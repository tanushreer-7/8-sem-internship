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9" r:id="rId2"/>
    <p:sldId id="270" r:id="rId3"/>
    <p:sldId id="276" r:id="rId4"/>
    <p:sldId id="277" r:id="rId5"/>
    <p:sldId id="263" r:id="rId6"/>
    <p:sldId id="264" r:id="rId7"/>
    <p:sldId id="265" r:id="rId8"/>
    <p:sldId id="271" r:id="rId9"/>
    <p:sldId id="272" r:id="rId10"/>
    <p:sldId id="273" r:id="rId11"/>
    <p:sldId id="274" r:id="rId12"/>
    <p:sldId id="275" r:id="rId13"/>
    <p:sldId id="278" r:id="rId14"/>
    <p:sldId id="279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2BE31D-A805-4374-A802-C65F02E28BCD}" v="23" dt="2024-12-11T08:31:31.5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2574" autoAdjust="0"/>
    <p:restoredTop sz="94660"/>
  </p:normalViewPr>
  <p:slideViewPr>
    <p:cSldViewPr snapToGrid="0">
      <p:cViewPr varScale="1">
        <p:scale>
          <a:sx n="73" d="100"/>
          <a:sy n="73" d="100"/>
        </p:scale>
        <p:origin x="-720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1524B-FB67-4894-A0C5-35151E149D68}" type="doc">
      <dgm:prSet loTypeId="urn:microsoft.com/office/officeart/2011/layout/InterconnectedBlockProcess" loCatId="process" qsTypeId="urn:microsoft.com/office/officeart/2005/8/quickstyle/simple1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988D96B0-D16E-4763-B393-84178CF4FF50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80A6B9D-C27D-4227-AC65-3C97878D78C4}" type="parTrans" cxnId="{8CB593F6-6C5D-4606-B959-3E27F9872EC1}">
      <dgm:prSet/>
      <dgm:spPr/>
      <dgm:t>
        <a:bodyPr/>
        <a:lstStyle/>
        <a:p>
          <a:endParaRPr lang="en-US"/>
        </a:p>
      </dgm:t>
    </dgm:pt>
    <dgm:pt modelId="{19B27CEC-4BAD-44A7-A9A7-B7A8B23ADCFD}" type="sibTrans" cxnId="{8CB593F6-6C5D-4606-B959-3E27F9872EC1}">
      <dgm:prSet/>
      <dgm:spPr/>
      <dgm:t>
        <a:bodyPr/>
        <a:lstStyle/>
        <a:p>
          <a:endParaRPr lang="en-US"/>
        </a:p>
      </dgm:t>
    </dgm:pt>
    <dgm:pt modelId="{D471E45F-B026-44AA-9616-57E786AE80AF}">
      <dgm:prSet phldrT="[Text]" custT="1"/>
      <dgm:spPr/>
      <dgm:t>
        <a:bodyPr/>
        <a:lstStyle/>
        <a:p>
          <a:pPr algn="ctr"/>
          <a:r>
            <a:rPr lang="en-US" sz="15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Understanding the company’s structure and workflow. Adapting to the workplace environment</a:t>
          </a:r>
          <a:endParaRPr lang="en-US" sz="15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26A986D-69A4-4AC0-AD9B-462FFC9C3F18}" type="parTrans" cxnId="{AEE28BEF-3F73-41A5-9307-D42A450FCA17}">
      <dgm:prSet/>
      <dgm:spPr/>
      <dgm:t>
        <a:bodyPr/>
        <a:lstStyle/>
        <a:p>
          <a:endParaRPr lang="en-US"/>
        </a:p>
      </dgm:t>
    </dgm:pt>
    <dgm:pt modelId="{304E70AD-39C7-4C28-BF7B-6EE91BAE97B7}" type="sibTrans" cxnId="{AEE28BEF-3F73-41A5-9307-D42A450FCA17}">
      <dgm:prSet/>
      <dgm:spPr/>
      <dgm:t>
        <a:bodyPr/>
        <a:lstStyle/>
        <a:p>
          <a:endParaRPr lang="en-US"/>
        </a:p>
      </dgm:t>
    </dgm:pt>
    <dgm:pt modelId="{7B3055AA-BF7C-46D0-9A9E-60087B9F57B4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772EF41-D2BB-4368-8327-B4E332165F48}" type="parTrans" cxnId="{6C7D4BBB-EED6-4011-9FBC-87F683D5B245}">
      <dgm:prSet/>
      <dgm:spPr/>
      <dgm:t>
        <a:bodyPr/>
        <a:lstStyle/>
        <a:p>
          <a:endParaRPr lang="en-US"/>
        </a:p>
      </dgm:t>
    </dgm:pt>
    <dgm:pt modelId="{B81593E2-4CAC-4783-8D2D-E9DDD236A942}" type="sibTrans" cxnId="{6C7D4BBB-EED6-4011-9FBC-87F683D5B245}">
      <dgm:prSet/>
      <dgm:spPr/>
      <dgm:t>
        <a:bodyPr/>
        <a:lstStyle/>
        <a:p>
          <a:endParaRPr lang="en-US"/>
        </a:p>
      </dgm:t>
    </dgm:pt>
    <dgm:pt modelId="{9FED87C4-3F3B-4A18-9185-9F80CFEDEA2E}">
      <dgm:prSet phldrT="[Text]" custT="1"/>
      <dgm:spPr/>
      <dgm:t>
        <a:bodyPr/>
        <a:lstStyle/>
        <a:p>
          <a:pPr algn="ctr"/>
          <a:r>
            <a: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Attend all the training sessions and accreditation. And complete e-learning courses.</a:t>
          </a:r>
          <a:endParaRPr lang="en-US" sz="16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69F5586-1E47-4A85-AA72-0E435BABD665}" type="parTrans" cxnId="{27611794-B6EF-4593-A560-02BF7692DC5A}">
      <dgm:prSet/>
      <dgm:spPr/>
      <dgm:t>
        <a:bodyPr/>
        <a:lstStyle/>
        <a:p>
          <a:endParaRPr lang="en-US"/>
        </a:p>
      </dgm:t>
    </dgm:pt>
    <dgm:pt modelId="{AD0D1882-5210-4A49-9875-4AAC43595580}" type="sibTrans" cxnId="{27611794-B6EF-4593-A560-02BF7692DC5A}">
      <dgm:prSet/>
      <dgm:spPr/>
      <dgm:t>
        <a:bodyPr/>
        <a:lstStyle/>
        <a:p>
          <a:endParaRPr lang="en-US"/>
        </a:p>
      </dgm:t>
    </dgm:pt>
    <dgm:pt modelId="{A59EC69B-8F3F-425B-819F-E8C557946AEE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095C3CB-916F-4060-A8DA-DD282FB51587}" type="parTrans" cxnId="{D1BA1DD0-A52A-47BF-962D-9810C87E1576}">
      <dgm:prSet/>
      <dgm:spPr/>
      <dgm:t>
        <a:bodyPr/>
        <a:lstStyle/>
        <a:p>
          <a:endParaRPr lang="en-US"/>
        </a:p>
      </dgm:t>
    </dgm:pt>
    <dgm:pt modelId="{2868AD8D-4E38-46CE-A972-709857BF40AC}" type="sibTrans" cxnId="{D1BA1DD0-A52A-47BF-962D-9810C87E1576}">
      <dgm:prSet/>
      <dgm:spPr/>
      <dgm:t>
        <a:bodyPr/>
        <a:lstStyle/>
        <a:p>
          <a:endParaRPr lang="en-US"/>
        </a:p>
      </dgm:t>
    </dgm:pt>
    <dgm:pt modelId="{73DB572E-062D-41AD-8033-D361B8E583DB}">
      <dgm:prSet phldrT="[Text]" custT="1"/>
      <dgm:spPr/>
      <dgm:t>
        <a:bodyPr/>
        <a:lstStyle/>
        <a:p>
          <a:pPr algn="ctr"/>
          <a:r>
            <a: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Complete all the tasks assigned on/before due dates.</a:t>
          </a:r>
          <a:endParaRPr lang="en-US" sz="16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5D01B62-D132-48B8-9D06-D0A551A21107}" type="parTrans" cxnId="{AA17007A-110D-43AE-B6F2-DF2DF885F2E2}">
      <dgm:prSet/>
      <dgm:spPr/>
      <dgm:t>
        <a:bodyPr/>
        <a:lstStyle/>
        <a:p>
          <a:endParaRPr lang="en-US"/>
        </a:p>
      </dgm:t>
    </dgm:pt>
    <dgm:pt modelId="{98BDB650-3386-4D3D-8E80-609010499291}" type="sibTrans" cxnId="{AA17007A-110D-43AE-B6F2-DF2DF885F2E2}">
      <dgm:prSet/>
      <dgm:spPr/>
      <dgm:t>
        <a:bodyPr/>
        <a:lstStyle/>
        <a:p>
          <a:endParaRPr lang="en-US"/>
        </a:p>
      </dgm:t>
    </dgm:pt>
    <dgm:pt modelId="{5E92505A-51E0-4F78-B3C5-704ACF8710DE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65B1266-7CE2-4F9C-AE38-D97DFBC1B151}" type="parTrans" cxnId="{DA8CD5E8-B2EE-41E4-8EC6-CFB41D688F68}">
      <dgm:prSet/>
      <dgm:spPr/>
      <dgm:t>
        <a:bodyPr/>
        <a:lstStyle/>
        <a:p>
          <a:endParaRPr lang="en-US"/>
        </a:p>
      </dgm:t>
    </dgm:pt>
    <dgm:pt modelId="{5E9E6A6F-635A-4791-A107-01E95B62EA08}" type="sibTrans" cxnId="{DA8CD5E8-B2EE-41E4-8EC6-CFB41D688F68}">
      <dgm:prSet/>
      <dgm:spPr/>
      <dgm:t>
        <a:bodyPr/>
        <a:lstStyle/>
        <a:p>
          <a:endParaRPr lang="en-US"/>
        </a:p>
      </dgm:t>
    </dgm:pt>
    <dgm:pt modelId="{65C051F6-A849-4495-A964-CD4C650B9C06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24738E5-1547-4D8D-A2CE-64D703ECDF78}" type="parTrans" cxnId="{521FD508-C5FD-4804-AFDC-D1FF9945B211}">
      <dgm:prSet/>
      <dgm:spPr/>
      <dgm:t>
        <a:bodyPr/>
        <a:lstStyle/>
        <a:p>
          <a:endParaRPr lang="en-US"/>
        </a:p>
      </dgm:t>
    </dgm:pt>
    <dgm:pt modelId="{196A2EB9-DD96-4630-B699-7AF000340374}" type="sibTrans" cxnId="{521FD508-C5FD-4804-AFDC-D1FF9945B211}">
      <dgm:prSet/>
      <dgm:spPr/>
      <dgm:t>
        <a:bodyPr/>
        <a:lstStyle/>
        <a:p>
          <a:endParaRPr lang="en-US"/>
        </a:p>
      </dgm:t>
    </dgm:pt>
    <dgm:pt modelId="{752B307F-C8E5-41FD-BB46-B8BF16D28037}">
      <dgm:prSet custT="1"/>
      <dgm:spPr/>
      <dgm:t>
        <a:bodyPr/>
        <a:lstStyle/>
        <a:p>
          <a:pPr algn="ctr"/>
          <a:r>
            <a:rPr lang="en-US" sz="1600" dirty="0" smtClean="0">
              <a:latin typeface="Times New Roman" pitchFamily="18" charset="0"/>
              <a:cs typeface="Times New Roman" pitchFamily="18" charset="0"/>
            </a:rPr>
            <a:t>Master documentations in worksheet for auditing.</a:t>
          </a:r>
          <a:endParaRPr lang="en-US" sz="1600" dirty="0">
            <a:latin typeface="Times New Roman" pitchFamily="18" charset="0"/>
            <a:cs typeface="Times New Roman" pitchFamily="18" charset="0"/>
          </a:endParaRPr>
        </a:p>
      </dgm:t>
    </dgm:pt>
    <dgm:pt modelId="{302F0961-E8EB-45F1-B603-FCFD2EB03303}" type="parTrans" cxnId="{EDF1D64E-25AC-486E-855D-5DC0CFE98BD5}">
      <dgm:prSet/>
      <dgm:spPr/>
      <dgm:t>
        <a:bodyPr/>
        <a:lstStyle/>
        <a:p>
          <a:endParaRPr lang="en-US"/>
        </a:p>
      </dgm:t>
    </dgm:pt>
    <dgm:pt modelId="{9CAC24CB-1527-44B8-AABB-C486621DBBE6}" type="sibTrans" cxnId="{EDF1D64E-25AC-486E-855D-5DC0CFE98BD5}">
      <dgm:prSet/>
      <dgm:spPr/>
      <dgm:t>
        <a:bodyPr/>
        <a:lstStyle/>
        <a:p>
          <a:endParaRPr lang="en-US"/>
        </a:p>
      </dgm:t>
    </dgm:pt>
    <dgm:pt modelId="{34864EDF-214D-496B-A6D6-54942F578F0D}">
      <dgm:prSet custT="1"/>
      <dgm:spPr/>
      <dgm:t>
        <a:bodyPr/>
        <a:lstStyle/>
        <a:p>
          <a:pPr algn="ctr"/>
          <a:r>
            <a:rPr lang="en-US" sz="1600" dirty="0" smtClean="0">
              <a:latin typeface="Times New Roman" pitchFamily="18" charset="0"/>
              <a:cs typeface="Times New Roman" pitchFamily="18" charset="0"/>
            </a:rPr>
            <a:t>Start working on real time projects with all the knowledge gained from the courses and training classes.</a:t>
          </a:r>
          <a:endParaRPr lang="en-US" sz="1600" dirty="0">
            <a:latin typeface="Times New Roman" pitchFamily="18" charset="0"/>
            <a:cs typeface="Times New Roman" pitchFamily="18" charset="0"/>
          </a:endParaRPr>
        </a:p>
      </dgm:t>
    </dgm:pt>
    <dgm:pt modelId="{F6F2D183-6753-413E-8F0A-C9BCBAC3FB48}" type="parTrans" cxnId="{A8244087-7F13-4558-94D8-12C5CD79F677}">
      <dgm:prSet/>
      <dgm:spPr/>
      <dgm:t>
        <a:bodyPr/>
        <a:lstStyle/>
        <a:p>
          <a:endParaRPr lang="en-US"/>
        </a:p>
      </dgm:t>
    </dgm:pt>
    <dgm:pt modelId="{64E0F8A1-BA5F-4F1F-9137-E0A3EFAFB1C2}" type="sibTrans" cxnId="{A8244087-7F13-4558-94D8-12C5CD79F677}">
      <dgm:prSet/>
      <dgm:spPr/>
      <dgm:t>
        <a:bodyPr/>
        <a:lstStyle/>
        <a:p>
          <a:endParaRPr lang="en-US"/>
        </a:p>
      </dgm:t>
    </dgm:pt>
    <dgm:pt modelId="{A6BCDA7B-D633-438F-B44D-CB4D60E5C492}" type="pres">
      <dgm:prSet presAssocID="{5751524B-FB67-4894-A0C5-35151E149D68}" presName="Name0" presStyleCnt="0">
        <dgm:presLayoutVars>
          <dgm:chMax val="7"/>
          <dgm:chPref val="5"/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0EA92EC0-9C6F-4663-B822-B1E8E3DCB13B}" type="pres">
      <dgm:prSet presAssocID="{65C051F6-A849-4495-A964-CD4C650B9C06}" presName="ChildAccent5" presStyleCnt="0"/>
      <dgm:spPr/>
    </dgm:pt>
    <dgm:pt modelId="{8CAE5A4D-0C7B-48A6-917B-0B8433D0574B}" type="pres">
      <dgm:prSet presAssocID="{65C051F6-A849-4495-A964-CD4C650B9C06}" presName="ChildAccent" presStyleLbl="alignImgPlace1" presStyleIdx="0" presStyleCnt="5"/>
      <dgm:spPr/>
      <dgm:t>
        <a:bodyPr/>
        <a:lstStyle/>
        <a:p>
          <a:endParaRPr lang="en-US"/>
        </a:p>
      </dgm:t>
    </dgm:pt>
    <dgm:pt modelId="{928B615F-0F8D-4140-A638-0FBB8F5BF1E9}" type="pres">
      <dgm:prSet presAssocID="{65C051F6-A849-4495-A964-CD4C650B9C06}" presName="Child5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73DE52A-2F45-45E6-AD0E-D5BEAF609F8E}" type="pres">
      <dgm:prSet presAssocID="{65C051F6-A849-4495-A964-CD4C650B9C06}" presName="Parent5" presStyleLbl="node1" presStyleIdx="0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A3B7F60-AEEC-41A8-8A2C-D3679EFCD073}" type="pres">
      <dgm:prSet presAssocID="{5E92505A-51E0-4F78-B3C5-704ACF8710DE}" presName="ChildAccent4" presStyleCnt="0"/>
      <dgm:spPr/>
    </dgm:pt>
    <dgm:pt modelId="{FC0F1314-3294-4A8C-8DCE-EB53E236164C}" type="pres">
      <dgm:prSet presAssocID="{5E92505A-51E0-4F78-B3C5-704ACF8710DE}" presName="ChildAccent" presStyleLbl="alignImgPlace1" presStyleIdx="1" presStyleCnt="5"/>
      <dgm:spPr/>
      <dgm:t>
        <a:bodyPr/>
        <a:lstStyle/>
        <a:p>
          <a:endParaRPr lang="en-US"/>
        </a:p>
      </dgm:t>
    </dgm:pt>
    <dgm:pt modelId="{98225A61-A0EC-450A-BED8-EF2E47E8FD18}" type="pres">
      <dgm:prSet presAssocID="{5E92505A-51E0-4F78-B3C5-704ACF8710DE}" presName="Child4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AD338D-3122-4454-9A67-16BE024D44E3}" type="pres">
      <dgm:prSet presAssocID="{5E92505A-51E0-4F78-B3C5-704ACF8710DE}" presName="Parent4" presStyleLbl="node1" presStyleIdx="1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6AFCF47-32CA-4C44-9E3C-782007B7112E}" type="pres">
      <dgm:prSet presAssocID="{A59EC69B-8F3F-425B-819F-E8C557946AEE}" presName="ChildAccent3" presStyleCnt="0"/>
      <dgm:spPr/>
      <dgm:t>
        <a:bodyPr/>
        <a:lstStyle/>
        <a:p>
          <a:endParaRPr lang="en-US"/>
        </a:p>
      </dgm:t>
    </dgm:pt>
    <dgm:pt modelId="{2532504F-5FE1-4C97-B485-F05E8885EACC}" type="pres">
      <dgm:prSet presAssocID="{A59EC69B-8F3F-425B-819F-E8C557946AEE}" presName="ChildAccent" presStyleLbl="alignImgPlace1" presStyleIdx="2" presStyleCnt="5"/>
      <dgm:spPr/>
      <dgm:t>
        <a:bodyPr/>
        <a:lstStyle/>
        <a:p>
          <a:endParaRPr lang="en-US"/>
        </a:p>
      </dgm:t>
    </dgm:pt>
    <dgm:pt modelId="{0D08ED52-6744-4369-B780-916B09984775}" type="pres">
      <dgm:prSet presAssocID="{A59EC69B-8F3F-425B-819F-E8C557946AEE}" presName="Child3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C66D42D-7E6D-4563-AFDC-369C30B73F70}" type="pres">
      <dgm:prSet presAssocID="{A59EC69B-8F3F-425B-819F-E8C557946AEE}" presName="Parent3" presStyleLbl="node1" presStyleIdx="2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1269CE6-C767-48CC-AAFD-A238D1FFDABA}" type="pres">
      <dgm:prSet presAssocID="{7B3055AA-BF7C-46D0-9A9E-60087B9F57B4}" presName="ChildAccent2" presStyleCnt="0"/>
      <dgm:spPr/>
      <dgm:t>
        <a:bodyPr/>
        <a:lstStyle/>
        <a:p>
          <a:endParaRPr lang="en-US"/>
        </a:p>
      </dgm:t>
    </dgm:pt>
    <dgm:pt modelId="{06F8D57B-EDF4-4CF4-8700-DC2CA3E3028E}" type="pres">
      <dgm:prSet presAssocID="{7B3055AA-BF7C-46D0-9A9E-60087B9F57B4}" presName="ChildAccent" presStyleLbl="alignImgPlace1" presStyleIdx="3" presStyleCnt="5"/>
      <dgm:spPr/>
      <dgm:t>
        <a:bodyPr/>
        <a:lstStyle/>
        <a:p>
          <a:endParaRPr lang="en-US"/>
        </a:p>
      </dgm:t>
    </dgm:pt>
    <dgm:pt modelId="{6BCCFBA6-7A43-4631-AD7F-AFB10E1E6CD7}" type="pres">
      <dgm:prSet presAssocID="{7B3055AA-BF7C-46D0-9A9E-60087B9F57B4}" presName="Child2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0BB3360-A9BB-4051-A4B1-1216F82F642C}" type="pres">
      <dgm:prSet presAssocID="{7B3055AA-BF7C-46D0-9A9E-60087B9F57B4}" presName="Parent2" presStyleLbl="node1" presStyleIdx="3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305DF14-0FF5-45E4-8B19-015814092DBD}" type="pres">
      <dgm:prSet presAssocID="{988D96B0-D16E-4763-B393-84178CF4FF50}" presName="ChildAccent1" presStyleCnt="0"/>
      <dgm:spPr/>
      <dgm:t>
        <a:bodyPr/>
        <a:lstStyle/>
        <a:p>
          <a:endParaRPr lang="en-US"/>
        </a:p>
      </dgm:t>
    </dgm:pt>
    <dgm:pt modelId="{A134CDD1-D85F-44EF-8BEE-9F99A855C1E6}" type="pres">
      <dgm:prSet presAssocID="{988D96B0-D16E-4763-B393-84178CF4FF50}" presName="ChildAccent" presStyleLbl="alignImgPlace1" presStyleIdx="4" presStyleCnt="5"/>
      <dgm:spPr/>
      <dgm:t>
        <a:bodyPr/>
        <a:lstStyle/>
        <a:p>
          <a:endParaRPr lang="en-US"/>
        </a:p>
      </dgm:t>
    </dgm:pt>
    <dgm:pt modelId="{1C91D7E3-8940-4A33-9182-677DD5415901}" type="pres">
      <dgm:prSet presAssocID="{988D96B0-D16E-4763-B393-84178CF4FF50}" presName="Child1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5257024-FAC0-4522-B139-1CC85B547BE8}" type="pres">
      <dgm:prSet presAssocID="{988D96B0-D16E-4763-B393-84178CF4FF50}" presName="Parent1" presStyleLbl="node1" presStyleIdx="4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99093C34-8654-43E2-A545-7BEF0DF67574}" type="presOf" srcId="{988D96B0-D16E-4763-B393-84178CF4FF50}" destId="{65257024-FAC0-4522-B139-1CC85B547BE8}" srcOrd="0" destOrd="0" presId="urn:microsoft.com/office/officeart/2011/layout/InterconnectedBlockProcess"/>
    <dgm:cxn modelId="{27611794-B6EF-4593-A560-02BF7692DC5A}" srcId="{7B3055AA-BF7C-46D0-9A9E-60087B9F57B4}" destId="{9FED87C4-3F3B-4A18-9185-9F80CFEDEA2E}" srcOrd="0" destOrd="0" parTransId="{669F5586-1E47-4A85-AA72-0E435BABD665}" sibTransId="{AD0D1882-5210-4A49-9875-4AAC43595580}"/>
    <dgm:cxn modelId="{192050F7-6DC5-4CCF-839A-A872C23E9381}" type="presOf" srcId="{34864EDF-214D-496B-A6D6-54942F578F0D}" destId="{8CAE5A4D-0C7B-48A6-917B-0B8433D0574B}" srcOrd="0" destOrd="0" presId="urn:microsoft.com/office/officeart/2011/layout/InterconnectedBlockProcess"/>
    <dgm:cxn modelId="{D82359D0-A0FE-4655-A218-0223B69F967C}" type="presOf" srcId="{7B3055AA-BF7C-46D0-9A9E-60087B9F57B4}" destId="{00BB3360-A9BB-4051-A4B1-1216F82F642C}" srcOrd="0" destOrd="0" presId="urn:microsoft.com/office/officeart/2011/layout/InterconnectedBlockProcess"/>
    <dgm:cxn modelId="{6C7D4BBB-EED6-4011-9FBC-87F683D5B245}" srcId="{5751524B-FB67-4894-A0C5-35151E149D68}" destId="{7B3055AA-BF7C-46D0-9A9E-60087B9F57B4}" srcOrd="1" destOrd="0" parTransId="{F772EF41-D2BB-4368-8327-B4E332165F48}" sibTransId="{B81593E2-4CAC-4783-8D2D-E9DDD236A942}"/>
    <dgm:cxn modelId="{AF4CBF88-2896-44E9-8345-3C1617056BD3}" type="presOf" srcId="{752B307F-C8E5-41FD-BB46-B8BF16D28037}" destId="{FC0F1314-3294-4A8C-8DCE-EB53E236164C}" srcOrd="0" destOrd="0" presId="urn:microsoft.com/office/officeart/2011/layout/InterconnectedBlockProcess"/>
    <dgm:cxn modelId="{521FD508-C5FD-4804-AFDC-D1FF9945B211}" srcId="{5751524B-FB67-4894-A0C5-35151E149D68}" destId="{65C051F6-A849-4495-A964-CD4C650B9C06}" srcOrd="4" destOrd="0" parTransId="{C24738E5-1547-4D8D-A2CE-64D703ECDF78}" sibTransId="{196A2EB9-DD96-4630-B699-7AF000340374}"/>
    <dgm:cxn modelId="{8CB593F6-6C5D-4606-B959-3E27F9872EC1}" srcId="{5751524B-FB67-4894-A0C5-35151E149D68}" destId="{988D96B0-D16E-4763-B393-84178CF4FF50}" srcOrd="0" destOrd="0" parTransId="{080A6B9D-C27D-4227-AC65-3C97878D78C4}" sibTransId="{19B27CEC-4BAD-44A7-A9A7-B7A8B23ADCFD}"/>
    <dgm:cxn modelId="{A123AD69-37E1-4FA4-95F0-34859CC6D639}" type="presOf" srcId="{34864EDF-214D-496B-A6D6-54942F578F0D}" destId="{928B615F-0F8D-4140-A638-0FBB8F5BF1E9}" srcOrd="1" destOrd="0" presId="urn:microsoft.com/office/officeart/2011/layout/InterconnectedBlockProcess"/>
    <dgm:cxn modelId="{E009C9BD-44EB-46F5-9193-D13183841FBC}" type="presOf" srcId="{73DB572E-062D-41AD-8033-D361B8E583DB}" destId="{0D08ED52-6744-4369-B780-916B09984775}" srcOrd="1" destOrd="0" presId="urn:microsoft.com/office/officeart/2011/layout/InterconnectedBlockProcess"/>
    <dgm:cxn modelId="{005EDC17-F65F-4FC2-A25D-5654825AE4EF}" type="presOf" srcId="{73DB572E-062D-41AD-8033-D361B8E583DB}" destId="{2532504F-5FE1-4C97-B485-F05E8885EACC}" srcOrd="0" destOrd="0" presId="urn:microsoft.com/office/officeart/2011/layout/InterconnectedBlockProcess"/>
    <dgm:cxn modelId="{D1BA1DD0-A52A-47BF-962D-9810C87E1576}" srcId="{5751524B-FB67-4894-A0C5-35151E149D68}" destId="{A59EC69B-8F3F-425B-819F-E8C557946AEE}" srcOrd="2" destOrd="0" parTransId="{0095C3CB-916F-4060-A8DA-DD282FB51587}" sibTransId="{2868AD8D-4E38-46CE-A972-709857BF40AC}"/>
    <dgm:cxn modelId="{EDF1D64E-25AC-486E-855D-5DC0CFE98BD5}" srcId="{5E92505A-51E0-4F78-B3C5-704ACF8710DE}" destId="{752B307F-C8E5-41FD-BB46-B8BF16D28037}" srcOrd="0" destOrd="0" parTransId="{302F0961-E8EB-45F1-B603-FCFD2EB03303}" sibTransId="{9CAC24CB-1527-44B8-AABB-C486621DBBE6}"/>
    <dgm:cxn modelId="{3586D0EB-1329-4ADD-8CD9-C568A5DFD7B5}" type="presOf" srcId="{752B307F-C8E5-41FD-BB46-B8BF16D28037}" destId="{98225A61-A0EC-450A-BED8-EF2E47E8FD18}" srcOrd="1" destOrd="0" presId="urn:microsoft.com/office/officeart/2011/layout/InterconnectedBlockProcess"/>
    <dgm:cxn modelId="{DB3A7264-1D55-43AE-898C-D9F6A618B31B}" type="presOf" srcId="{A59EC69B-8F3F-425B-819F-E8C557946AEE}" destId="{4C66D42D-7E6D-4563-AFDC-369C30B73F70}" srcOrd="0" destOrd="0" presId="urn:microsoft.com/office/officeart/2011/layout/InterconnectedBlockProcess"/>
    <dgm:cxn modelId="{0BC56C68-6E29-458F-ADAE-6255F1044304}" type="presOf" srcId="{5E92505A-51E0-4F78-B3C5-704ACF8710DE}" destId="{2AAD338D-3122-4454-9A67-16BE024D44E3}" srcOrd="0" destOrd="0" presId="urn:microsoft.com/office/officeart/2011/layout/InterconnectedBlockProcess"/>
    <dgm:cxn modelId="{4966DBCE-60B2-4B60-AAF8-62F95AF01A9A}" type="presOf" srcId="{9FED87C4-3F3B-4A18-9185-9F80CFEDEA2E}" destId="{06F8D57B-EDF4-4CF4-8700-DC2CA3E3028E}" srcOrd="0" destOrd="0" presId="urn:microsoft.com/office/officeart/2011/layout/InterconnectedBlockProcess"/>
    <dgm:cxn modelId="{AEE28BEF-3F73-41A5-9307-D42A450FCA17}" srcId="{988D96B0-D16E-4763-B393-84178CF4FF50}" destId="{D471E45F-B026-44AA-9616-57E786AE80AF}" srcOrd="0" destOrd="0" parTransId="{326A986D-69A4-4AC0-AD9B-462FFC9C3F18}" sibTransId="{304E70AD-39C7-4C28-BF7B-6EE91BAE97B7}"/>
    <dgm:cxn modelId="{DA8CD5E8-B2EE-41E4-8EC6-CFB41D688F68}" srcId="{5751524B-FB67-4894-A0C5-35151E149D68}" destId="{5E92505A-51E0-4F78-B3C5-704ACF8710DE}" srcOrd="3" destOrd="0" parTransId="{765B1266-7CE2-4F9C-AE38-D97DFBC1B151}" sibTransId="{5E9E6A6F-635A-4791-A107-01E95B62EA08}"/>
    <dgm:cxn modelId="{9B9346C9-E725-4B58-87A2-67F975B66472}" type="presOf" srcId="{5751524B-FB67-4894-A0C5-35151E149D68}" destId="{A6BCDA7B-D633-438F-B44D-CB4D60E5C492}" srcOrd="0" destOrd="0" presId="urn:microsoft.com/office/officeart/2011/layout/InterconnectedBlockProcess"/>
    <dgm:cxn modelId="{A8244087-7F13-4558-94D8-12C5CD79F677}" srcId="{65C051F6-A849-4495-A964-CD4C650B9C06}" destId="{34864EDF-214D-496B-A6D6-54942F578F0D}" srcOrd="0" destOrd="0" parTransId="{F6F2D183-6753-413E-8F0A-C9BCBAC3FB48}" sibTransId="{64E0F8A1-BA5F-4F1F-9137-E0A3EFAFB1C2}"/>
    <dgm:cxn modelId="{4F67F133-47F5-4D5D-BD44-763A11D2104F}" type="presOf" srcId="{D471E45F-B026-44AA-9616-57E786AE80AF}" destId="{A134CDD1-D85F-44EF-8BEE-9F99A855C1E6}" srcOrd="0" destOrd="0" presId="urn:microsoft.com/office/officeart/2011/layout/InterconnectedBlockProcess"/>
    <dgm:cxn modelId="{6819D764-5F0E-484D-A60C-F495713E969C}" type="presOf" srcId="{65C051F6-A849-4495-A964-CD4C650B9C06}" destId="{C73DE52A-2F45-45E6-AD0E-D5BEAF609F8E}" srcOrd="0" destOrd="0" presId="urn:microsoft.com/office/officeart/2011/layout/InterconnectedBlockProcess"/>
    <dgm:cxn modelId="{7DD5D979-BD2E-42EA-976D-3C9E6DA3CE29}" type="presOf" srcId="{9FED87C4-3F3B-4A18-9185-9F80CFEDEA2E}" destId="{6BCCFBA6-7A43-4631-AD7F-AFB10E1E6CD7}" srcOrd="1" destOrd="0" presId="urn:microsoft.com/office/officeart/2011/layout/InterconnectedBlockProcess"/>
    <dgm:cxn modelId="{AA17007A-110D-43AE-B6F2-DF2DF885F2E2}" srcId="{A59EC69B-8F3F-425B-819F-E8C557946AEE}" destId="{73DB572E-062D-41AD-8033-D361B8E583DB}" srcOrd="0" destOrd="0" parTransId="{75D01B62-D132-48B8-9D06-D0A551A21107}" sibTransId="{98BDB650-3386-4D3D-8E80-609010499291}"/>
    <dgm:cxn modelId="{71C57173-0276-480B-B4BB-5C8AAE7A95F3}" type="presOf" srcId="{D471E45F-B026-44AA-9616-57E786AE80AF}" destId="{1C91D7E3-8940-4A33-9182-677DD5415901}" srcOrd="1" destOrd="0" presId="urn:microsoft.com/office/officeart/2011/layout/InterconnectedBlockProcess"/>
    <dgm:cxn modelId="{90BC3AAE-C1D0-4665-B6F8-9372D324B65F}" type="presParOf" srcId="{A6BCDA7B-D633-438F-B44D-CB4D60E5C492}" destId="{0EA92EC0-9C6F-4663-B822-B1E8E3DCB13B}" srcOrd="0" destOrd="0" presId="urn:microsoft.com/office/officeart/2011/layout/InterconnectedBlockProcess"/>
    <dgm:cxn modelId="{986A0E74-ADDB-4597-A156-8CE6219CC082}" type="presParOf" srcId="{0EA92EC0-9C6F-4663-B822-B1E8E3DCB13B}" destId="{8CAE5A4D-0C7B-48A6-917B-0B8433D0574B}" srcOrd="0" destOrd="0" presId="urn:microsoft.com/office/officeart/2011/layout/InterconnectedBlockProcess"/>
    <dgm:cxn modelId="{403C53A4-C2FC-483E-9E55-D86D27F18173}" type="presParOf" srcId="{A6BCDA7B-D633-438F-B44D-CB4D60E5C492}" destId="{928B615F-0F8D-4140-A638-0FBB8F5BF1E9}" srcOrd="1" destOrd="0" presId="urn:microsoft.com/office/officeart/2011/layout/InterconnectedBlockProcess"/>
    <dgm:cxn modelId="{67E89A1D-EE45-4C4E-AD53-560F6498EF6D}" type="presParOf" srcId="{A6BCDA7B-D633-438F-B44D-CB4D60E5C492}" destId="{C73DE52A-2F45-45E6-AD0E-D5BEAF609F8E}" srcOrd="2" destOrd="0" presId="urn:microsoft.com/office/officeart/2011/layout/InterconnectedBlockProcess"/>
    <dgm:cxn modelId="{5102DF86-18CA-4449-A22A-4CD268255964}" type="presParOf" srcId="{A6BCDA7B-D633-438F-B44D-CB4D60E5C492}" destId="{EA3B7F60-AEEC-41A8-8A2C-D3679EFCD073}" srcOrd="3" destOrd="0" presId="urn:microsoft.com/office/officeart/2011/layout/InterconnectedBlockProcess"/>
    <dgm:cxn modelId="{8CEECD3B-7251-47CB-B61D-73D4767FA5E6}" type="presParOf" srcId="{EA3B7F60-AEEC-41A8-8A2C-D3679EFCD073}" destId="{FC0F1314-3294-4A8C-8DCE-EB53E236164C}" srcOrd="0" destOrd="0" presId="urn:microsoft.com/office/officeart/2011/layout/InterconnectedBlockProcess"/>
    <dgm:cxn modelId="{DE46FCB3-D9FB-440E-AD85-DD270E10ACC9}" type="presParOf" srcId="{A6BCDA7B-D633-438F-B44D-CB4D60E5C492}" destId="{98225A61-A0EC-450A-BED8-EF2E47E8FD18}" srcOrd="4" destOrd="0" presId="urn:microsoft.com/office/officeart/2011/layout/InterconnectedBlockProcess"/>
    <dgm:cxn modelId="{8D317A39-DF86-4E64-AF05-AB56B9A04311}" type="presParOf" srcId="{A6BCDA7B-D633-438F-B44D-CB4D60E5C492}" destId="{2AAD338D-3122-4454-9A67-16BE024D44E3}" srcOrd="5" destOrd="0" presId="urn:microsoft.com/office/officeart/2011/layout/InterconnectedBlockProcess"/>
    <dgm:cxn modelId="{AE35CC61-0D97-453F-A640-64075EFDC2DD}" type="presParOf" srcId="{A6BCDA7B-D633-438F-B44D-CB4D60E5C492}" destId="{96AFCF47-32CA-4C44-9E3C-782007B7112E}" srcOrd="6" destOrd="0" presId="urn:microsoft.com/office/officeart/2011/layout/InterconnectedBlockProcess"/>
    <dgm:cxn modelId="{7CC14CFA-D379-4977-A991-3C61CF558E14}" type="presParOf" srcId="{96AFCF47-32CA-4C44-9E3C-782007B7112E}" destId="{2532504F-5FE1-4C97-B485-F05E8885EACC}" srcOrd="0" destOrd="0" presId="urn:microsoft.com/office/officeart/2011/layout/InterconnectedBlockProcess"/>
    <dgm:cxn modelId="{A5A73CBA-469B-4903-8C31-8974533D3D75}" type="presParOf" srcId="{A6BCDA7B-D633-438F-B44D-CB4D60E5C492}" destId="{0D08ED52-6744-4369-B780-916B09984775}" srcOrd="7" destOrd="0" presId="urn:microsoft.com/office/officeart/2011/layout/InterconnectedBlockProcess"/>
    <dgm:cxn modelId="{C03D4732-D5CA-4C32-B24B-E0BDD24D20CA}" type="presParOf" srcId="{A6BCDA7B-D633-438F-B44D-CB4D60E5C492}" destId="{4C66D42D-7E6D-4563-AFDC-369C30B73F70}" srcOrd="8" destOrd="0" presId="urn:microsoft.com/office/officeart/2011/layout/InterconnectedBlockProcess"/>
    <dgm:cxn modelId="{F131E36B-DACF-43DC-88A2-479BD43E93A6}" type="presParOf" srcId="{A6BCDA7B-D633-438F-B44D-CB4D60E5C492}" destId="{C1269CE6-C767-48CC-AAFD-A238D1FFDABA}" srcOrd="9" destOrd="0" presId="urn:microsoft.com/office/officeart/2011/layout/InterconnectedBlockProcess"/>
    <dgm:cxn modelId="{69645AEF-147C-44F0-B058-4717B072B05E}" type="presParOf" srcId="{C1269CE6-C767-48CC-AAFD-A238D1FFDABA}" destId="{06F8D57B-EDF4-4CF4-8700-DC2CA3E3028E}" srcOrd="0" destOrd="0" presId="urn:microsoft.com/office/officeart/2011/layout/InterconnectedBlockProcess"/>
    <dgm:cxn modelId="{BE7B3DC7-A930-4379-B26C-F1F5D95050B5}" type="presParOf" srcId="{A6BCDA7B-D633-438F-B44D-CB4D60E5C492}" destId="{6BCCFBA6-7A43-4631-AD7F-AFB10E1E6CD7}" srcOrd="10" destOrd="0" presId="urn:microsoft.com/office/officeart/2011/layout/InterconnectedBlockProcess"/>
    <dgm:cxn modelId="{4C73AFF3-9520-4A30-AFD4-0BC87BDBAD19}" type="presParOf" srcId="{A6BCDA7B-D633-438F-B44D-CB4D60E5C492}" destId="{00BB3360-A9BB-4051-A4B1-1216F82F642C}" srcOrd="11" destOrd="0" presId="urn:microsoft.com/office/officeart/2011/layout/InterconnectedBlockProcess"/>
    <dgm:cxn modelId="{4461823B-200B-48E3-9D33-EA41B219B07E}" type="presParOf" srcId="{A6BCDA7B-D633-438F-B44D-CB4D60E5C492}" destId="{7305DF14-0FF5-45E4-8B19-015814092DBD}" srcOrd="12" destOrd="0" presId="urn:microsoft.com/office/officeart/2011/layout/InterconnectedBlockProcess"/>
    <dgm:cxn modelId="{0BA6595F-3977-4C1B-BBBF-0F2B76A06B0C}" type="presParOf" srcId="{7305DF14-0FF5-45E4-8B19-015814092DBD}" destId="{A134CDD1-D85F-44EF-8BEE-9F99A855C1E6}" srcOrd="0" destOrd="0" presId="urn:microsoft.com/office/officeart/2011/layout/InterconnectedBlockProcess"/>
    <dgm:cxn modelId="{9220BBDD-6987-46C0-8166-71A6057FCF82}" type="presParOf" srcId="{A6BCDA7B-D633-438F-B44D-CB4D60E5C492}" destId="{1C91D7E3-8940-4A33-9182-677DD5415901}" srcOrd="13" destOrd="0" presId="urn:microsoft.com/office/officeart/2011/layout/InterconnectedBlockProcess"/>
    <dgm:cxn modelId="{E96E54F4-B036-48EE-9DAE-91A26A83E0EC}" type="presParOf" srcId="{A6BCDA7B-D633-438F-B44D-CB4D60E5C492}" destId="{65257024-FAC0-4522-B139-1CC85B547BE8}" srcOrd="14" destOrd="0" presId="urn:microsoft.com/office/officeart/2011/layout/InterconnectedBlockProcess"/>
  </dgm:cxnLst>
  <dgm:bg/>
  <dgm:whole/>
</dgm:dataModel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InterconnectedBlockProcess">
  <dgm:title val="Interconnected Block Process"/>
  <dgm:desc val="Use to show sequential steps in a process. Works best with small amounts of Level 1 text and medium amounts of Level 2 text."/>
  <dgm:catLst>
    <dgm:cat type="process" pri="5500"/>
    <dgm:cat type="officeonline" pri="3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  <dgm:cxn modelId="70" srcId="0" destId="40" srcOrd="2" destOrd="0"/>
        <dgm:cxn modelId="42" srcId="40" destId="41" srcOrd="0" destOrd="0"/>
      </dgm:cxnLst>
      <dgm:bg/>
      <dgm:whole/>
    </dgm:dataModel>
  </dgm:clrData>
  <dgm:layoutNode name="Name0">
    <dgm:varLst>
      <dgm:chMax val="7"/>
      <dgm:chPref val="5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.127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5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Accent1" refType="w" fact="0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Child1" refType="w" fact="0.063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Parent1" refType="w" fact="0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.5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Child2" refType="w" fact="0.5635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Parent2" refType="w" fact="0.5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6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Accent1" refType="w" fact="0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Child1" refType="w" fact="0.0423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Parent1" refType="w" fact="0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Child2" refType="w" fact="0.3756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.6667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Child3" refType="w" fact="0.709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Parent3" refType="w" fact="0.6667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7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Accent1" refType="w" fact="0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Child1" refType="w" fact="0.0317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Parent1" refType="w" fact="0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2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Child2" refType="w" fact="0.2817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Parent2" refType="w" fact="0.2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Child3" refType="w" fact="0.5317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Parent3" refType="w" fact="0.5"/>
              <dgm:constr type="t" for="ch" forName="Parent3" refType="h" fact="0.0275"/>
              <dgm:constr type="w" for="ch" forName="Parent3" refType="w" fact="0.25"/>
              <dgm:constr type="h" for="ch" forName="Parent3" refType="h" fact="0.1622"/>
              <dgm:constr type="l" for="ch" forName="ChildAccent4" refType="w" fact="0.75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Child4" refType="w" fact="0.7817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Parent4" refType="w" fact="0.75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8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Accent1" refType="w" fact="0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Child1" refType="w" fact="0.0254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Parent1" refType="w" fact="0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2001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Child2" refType="w" fact="0.2255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Parent2" refType="w" fact="0.2001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Child3" refType="w" fact="0.4256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6003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Child4" refType="w" fact="0.6257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Parent4" refType="w" fact="0.6003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.7999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Child5" refType="w" fact="0.8253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Parent5" refType="w" fact="0.7999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9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Accent1" refType="w" fact="0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Child1" refType="w" fact="0.0212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Parent1" refType="w" fact="0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167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Child2" refType="w" fact="0.1888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Parent2" refType="w" fact="0.167"/>
              <dgm:constr type="t" for="ch" forName="Parent2" refType="h" fact="0.0923"/>
              <dgm:constr type="w" for="ch" forName="Parent2" refType="w" fact="0.167"/>
              <dgm:constr type="h" for="ch" forName="Parent2" refType="h" fact="0.1164"/>
              <dgm:constr type="l" for="ch" forName="ChildAccent3" refType="w" fact="0.333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Child3" refType="w" fact="0.3551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Parent3" refType="w" fact="0.3339"/>
              <dgm:constr type="t" for="ch" forName="Parent3" refType="h" fact="0.0698"/>
              <dgm:constr type="w" for="ch" forName="Parent3" refType="w" fact="0.167"/>
              <dgm:constr type="h" for="ch" forName="Parent3" refType="h" fact="0.1396"/>
              <dgm:constr type="l" for="ch" forName="ChildAccent4" refType="w" fact="0.500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Child4" refType="w" fact="0.5221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Parent4" refType="w" fact="0.501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6674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Child5" refType="w" fact="0.6886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Parent5" refType="w" fact="0.668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.833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Child6" refType="w" fact="0.8542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Parent6" refType="w" fact="0.835"/>
              <dgm:constr type="t" for="ch" forName="Parent6" refType="h" fact="0"/>
              <dgm:constr type="w" for="ch" forName="Parent6" refType="w" fact="0.165"/>
              <dgm:constr type="h" for="ch" forName="Parent6" refType="h" fact="0.2095"/>
            </dgm:constrLst>
          </dgm:if>
          <dgm:else name="Name10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Accent1" refType="w" fact="0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Child1" refType="w" fact="0.0182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Parent1" refType="w" fact="0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1432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Child2" refType="w" fact="0.1614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Parent2" refType="w" fact="0.1432"/>
              <dgm:constr type="t" for="ch" forName="Parent2" refType="h" fact="0.108"/>
              <dgm:constr type="w" for="ch" forName="Parent2" refType="w" fact="0.1432"/>
              <dgm:constr type="h" for="ch" forName="Parent2" refType="h" fact="0.1088"/>
              <dgm:constr type="l" for="ch" forName="ChildAccent3" refType="w" fact="0.2865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Child3" refType="w" fact="0.3047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Parent3" refType="w" fact="0.2865"/>
              <dgm:constr type="t" for="ch" forName="Parent3" refType="h" fact="0.087"/>
              <dgm:constr type="w" for="ch" forName="Parent3" refType="w" fact="0.143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Child4" refType="w" fact="0.4479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5726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Child5" refType="w" fact="0.5908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Parent5" refType="w" fact="0.5726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7147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Child6" refType="w" fact="0.7329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Parent6" refType="w" fact="0.716"/>
              <dgm:constr type="t" for="ch" forName="Parent6" refType="h" fact="0.0217"/>
              <dgm:constr type="w" for="ch" forName="Parent6" refType="w" fact="0.1424"/>
              <dgm:constr type="h" for="ch" forName="Parent6" refType="h" fact="0.1958"/>
              <dgm:constr type="l" for="ch" forName="ChildAccent7" refType="w" fact="0.8568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Child7" refType="w" fact="0.875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Parent7" refType="w" fact="0.8577"/>
              <dgm:constr type="t" for="ch" forName="Parent7" refType="h" fact="0"/>
              <dgm:constr type="w" for="ch" forName="Parent7" refType="w" fact="0.1423"/>
              <dgm:constr type="h" for="ch" forName="Parent7" refType="h" fact="0.2175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14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2" refType="w" fact="0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Child1" refType="w" fact="0.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ChildAccent1" refType="w" fact="0.5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Parent1" refType="w" fact="0.5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Parent2" refType="w" fact="0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15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3" refType="w" fact="0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Child2" refType="w" fact="0.3333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Child1" refType="w" fact="0.6667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ChildAccent1" refType="w" fact="0.6667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Parent1" refType="w" fact="0.6667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Parent3" refType="w" fact="0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16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4" refType="w" fact="0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Child3" refType="w" fact="0.25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Child2" refType="w" fact="0.5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Child1" refType="w" fact="0.75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ChildAccent1" refType="w" fact="0.75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Parent1" refType="w" fact="0.75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Parent2" refType="w" fact="0.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2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Parent3" refType="w" fact="0.25"/>
              <dgm:constr type="t" for="ch" forName="Parent3" refType="h" fact="0.0279"/>
              <dgm:constr type="w" for="ch" forName="Parent3" refType="w" fact="0.25"/>
              <dgm:constr type="h" for="ch" forName="Parent3" refType="h" fact="0.161"/>
              <dgm:constr type="l" for="ch" forName="ChildAccent4" refType="w" fact="0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Parent4" refType="w" fact="0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17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5" refType="w" fact="0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Child4" refType="w" fact="0.2001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Child3" refType="w" fact="0.4002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Child2" refType="w" fact="0.6003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Child1" refType="w" fact="0.7999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ChildAccent1" refType="w" fact="0.7999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Parent1" refType="w" fact="0.7999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6003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Parent2" refType="w" fact="0.6003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2001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Parent4" refType="w" fact="0.2001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Parent5" refType="w" fact="0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18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6" refType="w" fact="0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Child5" refType="w" fact="0.167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Child4" refType="w" fact="0.3339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Child3" refType="w" fact="0.5009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Child2" refType="w" fact="0.6674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Child1" refType="w" fact="0.833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ChildAccent1" refType="w" fact="0.833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Parent1" refType="w" fact="0.833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6674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Parent2" refType="w" fact="0.6674"/>
              <dgm:constr type="t" for="ch" forName="Parent2" refType="h" fact="0.0923"/>
              <dgm:constr type="w" for="ch" forName="Parent2" refType="w" fact="0.165"/>
              <dgm:constr type="h" for="ch" forName="Parent2" refType="h" fact="0.1164"/>
              <dgm:constr type="l" for="ch" forName="ChildAccent3" refType="w" fact="0.500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Parent3" refType="w" fact="0.5009"/>
              <dgm:constr type="t" for="ch" forName="Parent3" refType="h" fact="0.0698"/>
              <dgm:constr type="w" for="ch" forName="Parent3" refType="w" fact="0.166"/>
              <dgm:constr type="h" for="ch" forName="Parent3" refType="h" fact="0.1396"/>
              <dgm:constr type="l" for="ch" forName="ChildAccent4" refType="w" fact="0.333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Parent4" refType="w" fact="0.3339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167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Parent5" refType="w" fact="0.167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Parent6" refType="w" fact="0"/>
              <dgm:constr type="t" for="ch" forName="Parent6" refType="h" fact="0"/>
              <dgm:constr type="w" for="ch" forName="Parent6" refType="w" fact="0.167"/>
              <dgm:constr type="h" for="ch" forName="Parent6" refType="h" fact="0.2095"/>
            </dgm:constrLst>
          </dgm:if>
          <dgm:else name="Name19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7" refType="w" fact="0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Child6" refType="w" fact="0.1432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Child5" refType="w" fact="0.2865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Child4" refType="w" fact="0.4297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Child3" refType="w" fact="0.5726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Child2" refType="w" fact="0.7147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Child1" refType="w" fact="0.8568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ChildAccent1" refType="w" fact="0.8568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Parent1" refType="w" fact="0.8568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7147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Parent2" refType="w" fact="0.7147"/>
              <dgm:constr type="t" for="ch" forName="Parent2" refType="h" fact="0.108"/>
              <dgm:constr type="w" for="ch" forName="Parent2" refType="w" fact="0.1425"/>
              <dgm:constr type="h" for="ch" forName="Parent2" refType="h" fact="0.1088"/>
              <dgm:constr type="l" for="ch" forName="ChildAccent3" refType="w" fact="0.5726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Parent3" refType="w" fact="0.5726"/>
              <dgm:constr type="t" for="ch" forName="Parent3" refType="h" fact="0.087"/>
              <dgm:constr type="w" for="ch" forName="Parent3" refType="w" fact="0.14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2865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Parent5" refType="w" fact="0.2865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1432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Parent6" refType="w" fact="0.1432"/>
              <dgm:constr type="t" for="ch" forName="Parent6" refType="h" fact="0.0217"/>
              <dgm:constr type="w" for="ch" forName="Parent6" refType="w" fact="0.1432"/>
              <dgm:constr type="h" for="ch" forName="Parent6" refType="h" fact="0.1958"/>
              <dgm:constr type="l" for="ch" forName="ChildAccent7" refType="w" fact="0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Parent7" refType="w" fact="0"/>
              <dgm:constr type="t" for="ch" forName="Parent7" refType="h" fact="0"/>
              <dgm:constr type="w" for="ch" forName="Parent7" refType="w" fact="0.1432"/>
              <dgm:constr type="h" for="ch" forName="Parent7" refType="h" fact="0.2175"/>
            </dgm:constrLst>
          </dgm:else>
        </dgm:choose>
      </dgm:else>
    </dgm:choose>
    <dgm:forEach name="wrapper" axis="self" ptType="parTrans">
      <dgm:forEach name="accentRepeat" axis="self">
        <dgm:layoutNode name="ChildAccent" styleLbl="alignImgPlace1">
          <dgm:alg type="sp"/>
          <dgm:choose name="Name20">
            <dgm:if name="Name21" axis="followSib" ptType="node" func="cnt" op="equ" val="0">
              <dgm:shape xmlns:r="http://schemas.openxmlformats.org/officeDocument/2006/relationships" type="wedgeRectCallout" r:blip="">
                <dgm:adjLst>
                  <dgm:adj idx="1" val="0"/>
                  <dgm:adj idx="2" val="0"/>
                </dgm:adjLst>
              </dgm:shape>
            </dgm:if>
            <dgm:else name="Name22">
              <dgm:choose name="Name23">
                <dgm:if name="Name24" axis="precedSib" ptType="node" func="cnt" op="equ" val="6">
                  <dgm:shape xmlns:r="http://schemas.openxmlformats.org/officeDocument/2006/relationships" type="wedgeRectCallout" r:blip="">
                    <dgm:adjLst>
                      <dgm:adj idx="1" val="0"/>
                      <dgm:adj idx="2" val="0"/>
                    </dgm:adjLst>
                  </dgm:shape>
                </dgm:if>
                <dgm:else name="Name25">
                  <dgm:choose name="Name26">
                    <dgm:if name="Name27" func="var" arg="dir" op="equ" val="norm">
                      <dgm:shape xmlns:r="http://schemas.openxmlformats.org/officeDocument/2006/relationships" type="wedgeRectCallout" r:blip="">
                        <dgm:adjLst>
                          <dgm:adj idx="1" val="0.625"/>
                          <dgm:adj idx="2" val="0.2083"/>
                        </dgm:adjLst>
                      </dgm:shape>
                    </dgm:if>
                    <dgm:else name="Name28">
                      <dgm:shape xmlns:r="http://schemas.openxmlformats.org/officeDocument/2006/relationships" type="wedgeRectCallout" r:blip="">
                        <dgm:adjLst>
                          <dgm:adj idx="1" val="-0.625"/>
                          <dgm:adj idx="2" val="0.2083"/>
                        </dgm:adjLst>
                      </dgm:shape>
                    </dgm:else>
                  </dgm:choose>
                </dgm:else>
              </dgm:choose>
            </dgm:else>
          </dgm:choose>
          <dgm:presOf axis="des" ptType="node"/>
        </dgm:layoutNode>
      </dgm:forEach>
    </dgm:forEach>
    <dgm:forEach name="Name29" axis="ch" ptType="node" st="7" cnt="1">
      <dgm:layoutNode name="ChildAccent7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7" styleLbl="revTx">
        <dgm:varLst>
          <dgm:chMax val="0"/>
          <dgm:chPref val="0"/>
          <dgm:bulletEnabled val="1"/>
        </dgm:varLst>
        <dgm:choose name="Name31">
          <dgm:if name="Name3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7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4" axis="ch" ptType="node" st="6" cnt="1">
      <dgm:layoutNode name="ChildAccent6">
        <dgm:alg type="sp"/>
        <dgm:shape xmlns:r="http://schemas.openxmlformats.org/officeDocument/2006/relationships" r:blip="">
          <dgm:adjLst/>
        </dgm:shape>
        <dgm:presOf/>
        <dgm:constrLst/>
        <dgm:forEach name="Name35" ref="accentRepeat"/>
      </dgm:layoutNode>
      <dgm:layoutNode name="Child6" styleLbl="revTx">
        <dgm:varLst>
          <dgm:chMax val="0"/>
          <dgm:chPref val="0"/>
          <dgm:bulletEnabled val="1"/>
        </dgm:varLst>
        <dgm:choose name="Name36">
          <dgm:if name="Name3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6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9" axis="ch" ptType="node" st="5" cnt="1">
      <dgm:layoutNode name="ChildAccent5">
        <dgm:alg type="sp"/>
        <dgm:shape xmlns:r="http://schemas.openxmlformats.org/officeDocument/2006/relationships" r:blip="">
          <dgm:adjLst/>
        </dgm:shape>
        <dgm:presOf/>
        <dgm:constrLst/>
        <dgm:forEach name="Name40" ref="accentRepeat"/>
      </dgm:layoutNode>
      <dgm:layoutNode name="Child5" styleLbl="revTx">
        <dgm:varLst>
          <dgm:chMax val="0"/>
          <dgm:chPref val="0"/>
          <dgm:bulletEnabled val="1"/>
        </dgm:varLst>
        <dgm:choose name="Name41">
          <dgm:if name="Name4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5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4" axis="ch" ptType="node" st="4" cnt="1">
      <dgm:layoutNode name="ChildAccent4">
        <dgm:alg type="sp"/>
        <dgm:shape xmlns:r="http://schemas.openxmlformats.org/officeDocument/2006/relationships" r:blip="">
          <dgm:adjLst/>
        </dgm:shape>
        <dgm:presOf/>
        <dgm:constrLst/>
        <dgm:forEach name="Name45" ref="accentRepeat"/>
      </dgm:layoutNode>
      <dgm:layoutNode name="Child4" styleLbl="revTx">
        <dgm:varLst>
          <dgm:chMax val="0"/>
          <dgm:chPref val="0"/>
          <dgm:bulletEnabled val="1"/>
        </dgm:varLst>
        <dgm:choose name="Name46">
          <dgm:if name="Name4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4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9" axis="ch" ptType="node" st="3" cnt="1">
      <dgm:layoutNode name="ChildAccent3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Child3" styleLbl="revTx">
        <dgm:varLst>
          <dgm:chMax val="0"/>
          <dgm:chPref val="0"/>
          <dgm:bulletEnabled val="1"/>
        </dgm:varLst>
        <dgm:choose name="Name51">
          <dgm:if name="Name5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3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4" axis="ch" ptType="node" st="2" cnt="1">
      <dgm:layoutNode name="ChildAccent2">
        <dgm:alg type="sp"/>
        <dgm:shape xmlns:r="http://schemas.openxmlformats.org/officeDocument/2006/relationships" r:blip="">
          <dgm:adjLst/>
        </dgm:shape>
        <dgm:presOf/>
        <dgm:constrLst/>
        <dgm:forEach name="Name55" ref="accentRepeat"/>
      </dgm:layoutNode>
      <dgm:layoutNode name="Child2" styleLbl="revTx">
        <dgm:varLst>
          <dgm:chMax val="0"/>
          <dgm:chPref val="0"/>
          <dgm:bulletEnabled val="1"/>
        </dgm:varLst>
        <dgm:choose name="Name56">
          <dgm:if name="Name5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2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9" axis="ch" ptType="node" cnt="1">
      <dgm:layoutNode name="ChildAccent1">
        <dgm:alg type="sp"/>
        <dgm:shape xmlns:r="http://schemas.openxmlformats.org/officeDocument/2006/relationships" r:blip="">
          <dgm:adjLst/>
        </dgm:shape>
        <dgm:presOf/>
        <dgm:constrLst/>
        <dgm:forEach name="Name60" ref="accentRepeat"/>
      </dgm:layoutNode>
      <dgm:layoutNode name="Child1" styleLbl="revTx">
        <dgm:varLst>
          <dgm:chMax val="0"/>
          <dgm:chPref val="0"/>
          <dgm:bulletEnabled val="1"/>
        </dgm:varLst>
        <dgm:choose name="Name61">
          <dgm:if name="Name6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6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1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pPr/>
              <a:t>04/03/2026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="" xmlns:p14="http://schemas.microsoft.com/office/powerpoint/2010/main" val="3076450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="" xmlns:p14="http://schemas.microsoft.com/office/powerpoint/2010/main" val="981556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="" xmlns:p14="http://schemas.microsoft.com/office/powerpoint/2010/main" val="445634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FEB448-544F-1163-CF6D-D801EF6DA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2240B45-37FF-28D2-69C1-D8842A0F2E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A61B0F3-96B9-62B2-E1C5-4D3D4823B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5DB3F67-E836-5AA2-B32D-A0C3A9333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11EEA5E-DC19-ABCD-6267-C545BA77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869472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050CDE-F21A-AC1C-7DD9-906370B0F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139EE0-A89B-B238-94A4-DB32BBD14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6BAB674-71DE-8BA7-9D0E-C99F6B3C0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72554B-0ACB-E334-5BBE-7A83BFE37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3F062A5-E36B-5C05-6C36-F8372F2C1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89055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822CC90-B089-5E25-D480-B40D5123B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9E671185-327E-E435-EB8B-F143CAF78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7ADDF86-F686-ACE8-6852-5CEADD9A2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558F106-1FED-5AA1-CFDF-7FE210507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D45F0D7-F550-D351-1F6B-36B665CA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705203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698191-3055-3CE7-ABAB-BF5225568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B07F01E-C1BB-CFE3-1062-5A8CAD20F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290F16ED-635D-3C12-AE3C-37A43EAF1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A80B84D-A3CA-9B7E-B7BB-4C18C1812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05881B66-06CA-0AE9-B95B-21A45DC5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F4B7665D-74F3-FC85-8C37-77F440223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479702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F1306E-11E1-8AB1-AF32-6F074D3C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38E7AAE-4628-F916-89C8-10A970EC9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98D7C0B7-4F02-5995-1FB1-8FB2DD1259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B504026-A61A-C06F-3EA6-94F595A47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4CFF7FD0-380B-75A4-D9B0-F7EBC341D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C80AA233-A9EB-E98D-4DDF-BC4B7280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755E8074-1361-E322-F42C-F5D714099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6B9FECA-EE46-D87A-F259-E8022C36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263430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DB92FB-DA41-9013-AE3A-5882CEEE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9A2620A1-C0CA-1D0E-E85E-5C1326F8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763BD8B1-5363-075D-CDCC-8CAC0A6A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6E4555F-1DC7-94CF-74D7-21521EE93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99682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B497F04-5F5B-E4F7-0A48-A1FBAC01C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EDCC3BA-DF88-8CE4-AB31-983A3C796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817982A-25A2-0FA2-0BC4-48C8775F8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113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9217936-1384-3D53-34C7-E638688EF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4108029-8ADE-BDA5-4C8D-31C361556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6D6CB47A-C96A-8918-E1EB-9A8DBEC7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ED65CB0D-C5CF-96B6-5923-222D7E403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9A0E17E-D21B-9F95-DB42-019C9AB18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2431A4E0-3F3F-3857-C2B7-EEDD3DF99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92392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BEDF05-F2AE-B072-8E2E-CB4CF5B08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B20EF8F1-DFA6-282F-E8CD-83826A12E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5808D68-B430-9A5B-4A9B-8549EA20A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0002EBD-67C3-A4B8-A83C-896997C5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2B00B68-5333-C602-6799-3D1B2E43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304925F4-1AF9-E8B5-0534-4714B5FA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479996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89011F1-D172-AE20-8D21-0A938E210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E8E52B7-EB5E-AF2A-3525-5B4BBFD15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16D7DCF-1783-47F8-CDB8-8B7167ECD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46968A7-C083-F20B-0369-2067E75DE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255429C-96E8-1064-0F87-6D95D15F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448761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86A47F57-697A-B97E-DD3A-2910D126C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673F252A-D3F9-0BB4-D962-668169761B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1B93D65-8824-8EBE-4CB8-E4D7750F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A1EA1BA-06A5-9F5B-136C-80EDFD72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163C8CA-61F8-0704-0F6E-DDDD2B998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748782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6309843D-C7AC-7DCA-D2A1-30C29BBA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62A0867-11DA-F019-8907-1B3D8BD7C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00DD53F-CA45-CCAE-9ADB-5B0F61393A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pPr/>
              <a:t>04-03-2026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C91FF70-F320-3E09-D811-B610D38CEA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9947EA-7073-9466-0549-46E86F1C8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04194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anushreer-7/8-sem-internship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>
              <a:spcBef>
                <a:spcPts val="340"/>
              </a:spcBef>
            </a:pPr>
            <a:r>
              <a:rPr lang="en-GB" sz="1700" b="1" dirty="0" smtClean="0">
                <a:solidFill>
                  <a:srgbClr val="17365D"/>
                </a:solidFill>
                <a:latin typeface="Cambria"/>
                <a:ea typeface="Cambria"/>
                <a:cs typeface="Verdana"/>
              </a:rPr>
              <a:t>Ms. Sandhya L</a:t>
            </a:r>
            <a:endParaRPr lang="en-US" dirty="0" smtClean="0">
              <a:latin typeface="Cambria"/>
              <a:ea typeface="Cambria"/>
            </a:endParaRPr>
          </a:p>
          <a:p>
            <a:pPr>
              <a:spcBef>
                <a:spcPts val="340"/>
              </a:spcBef>
            </a:pPr>
            <a:r>
              <a:rPr lang="en-GB" sz="1700" b="1" dirty="0" smtClean="0">
                <a:solidFill>
                  <a:srgbClr val="17365D"/>
                </a:solidFill>
                <a:latin typeface="Cambria"/>
                <a:ea typeface="Cambria"/>
                <a:cs typeface="Verdana"/>
              </a:rPr>
              <a:t>Assistant Professor</a:t>
            </a:r>
            <a:endParaRPr lang="en-US" dirty="0" smtClean="0">
              <a:latin typeface="Cambria"/>
              <a:ea typeface="Cambria"/>
            </a:endParaRPr>
          </a:p>
          <a:p>
            <a:pPr>
              <a:spcBef>
                <a:spcPts val="340"/>
              </a:spcBef>
            </a:pPr>
            <a:r>
              <a:rPr lang="en-GB" sz="1700" b="1" dirty="0" smtClean="0">
                <a:solidFill>
                  <a:srgbClr val="17365D"/>
                </a:solidFill>
                <a:latin typeface="Cambria"/>
                <a:ea typeface="Cambria"/>
                <a:cs typeface="Verdana"/>
              </a:rPr>
              <a:t>Presidency School of CSE</a:t>
            </a:r>
            <a:endParaRPr lang="en-US" dirty="0" smtClean="0">
              <a:latin typeface="Cambria"/>
              <a:ea typeface="Cambria"/>
            </a:endParaRPr>
          </a:p>
          <a:p>
            <a:pPr>
              <a:spcBef>
                <a:spcPts val="340"/>
              </a:spcBef>
            </a:pPr>
            <a:r>
              <a:rPr lang="en-GB" sz="1700" b="1" dirty="0" smtClean="0">
                <a:solidFill>
                  <a:srgbClr val="17365D"/>
                </a:solidFill>
                <a:latin typeface="Cambria"/>
                <a:ea typeface="Cambria"/>
                <a:cs typeface="Verdana"/>
              </a:rPr>
              <a:t>Presidency University</a:t>
            </a:r>
            <a:endParaRPr lang="en-US" dirty="0" smtClean="0">
              <a:latin typeface="Cambria"/>
              <a:ea typeface="Cambria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17365D"/>
              </a:buClr>
              <a:buSzPct val="100000"/>
            </a:pPr>
            <a:r>
              <a:rPr lang="en-US" sz="2000" b="1" i="0" u="none" strike="noStrike" cap="none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</a:t>
            </a: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B.Tech - CBD</a:t>
            </a:r>
            <a:endParaRPr lang="en-US" sz="2000" b="1" i="0" u="none" strike="noStrike" cap="none" dirty="0" smtClean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Dr. Pravinth Raja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i="0" u="none" strike="noStrike" cap="none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Internship Coordinator: </a:t>
            </a: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Ms. Nisha Robin Rohit</a:t>
            </a:r>
            <a:endParaRPr lang="en-US" sz="2000" b="1" i="0" u="none" strike="noStrike" cap="none" dirty="0" smtClean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</a:t>
            </a: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School Internship Coordinator: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. Md Ziaur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Rahman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			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17365D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altLang="en-US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CSE7302 - INTERNSHIP</a:t>
            </a:r>
            <a:r>
              <a:rPr lang="en-I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Review-3 Presentation </a:t>
            </a:r>
            <a:b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 Audit &amp; Assurance - ITDA </a:t>
            </a:r>
            <a:b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/>
          </p:nvPr>
        </p:nvGraphicFramePr>
        <p:xfrm>
          <a:off x="601909" y="1911875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="" xmlns:a16="http://schemas.microsoft.com/office/drawing/2014/main" val="2689928737"/>
                    </a:ext>
                  </a:extLst>
                </a:gridCol>
                <a:gridCol w="3950282">
                  <a:extLst>
                    <a:ext uri="{9D8B030D-6E8A-4147-A177-3AD203B41FA5}">
                      <a16:colId xmlns="" xmlns:a16="http://schemas.microsoft.com/office/drawing/2014/main" val="396553873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96510531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US" b="1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Tanushree R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6735408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  <a:endParaRPr lang="en-US" b="1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20221CBD0029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82550948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  <a:endParaRPr lang="en-US" b="1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8CBD01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278268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="" xmlns:p14="http://schemas.microsoft.com/office/powerpoint/2010/main" val="3066724582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</a:t>
            </a:r>
            <a:r>
              <a:rPr lang="en-US" sz="20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Organization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</a:t>
            </a: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Proposed System/Work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62940431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  <a:endParaRPr lang="en-US" sz="3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074" y="1188723"/>
            <a:ext cx="10515600" cy="4193176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Deloitte India is a massive professional services network offering audit, consulting, financial, risk advisory, and tax services. 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Formed from legacy Indian firms established in the late 19th/early 20th centuries, it has grown to serve both India's burgeoning economy and the U.S., with a massive presence across the country. </a:t>
            </a:r>
          </a:p>
          <a:p>
            <a:pPr algn="just"/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Services Offered: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  Core services include Audit &amp; Assurance, Consulting, Financial Advisory, Risk Advisory, and Tax.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It's part of the global Deloitte network (Deloitte Touche Tohmatsu Limited), a collection of independent member firms providing services worldwide. 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1558138914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algn="just"/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Assigned Domain: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Capability Enhancement Center (CEC) within the IT, Data &amp; Analytics (ITDA). The ITDA CEC team specializes in technology risk audits, focusing on processes and controls to evaluate and provide assurance on a client’s IT environment and internal control systems. 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As an intern in Audit &amp; Assurance - ITDA CEC team, I’ll:</a:t>
            </a:r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Client &amp; Project Understanding, Audit Execution, Documentation, Team collaboration and Initiatives.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658682123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Engagement Work: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DQA Review, ACTT&amp;SAP and Internal Support</a:t>
            </a:r>
          </a:p>
          <a:p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 Assigning Manager: </a:t>
            </a:r>
            <a:r>
              <a:rPr lang="en-I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Priyanka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P, </a:t>
            </a:r>
            <a:r>
              <a:rPr lang="en-I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Divya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 and </a:t>
            </a:r>
            <a:r>
              <a:rPr lang="en-I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Priyalata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K</a:t>
            </a:r>
          </a:p>
          <a:p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Reporting Manager: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Soundaryasri K S </a:t>
            </a: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Engagement Manager is different for different engagements</a:t>
            </a: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2510696604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Fast paced work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Meeting Deadlines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Adaptability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1206156993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Ensuring data is: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Accurate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Complete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Reliable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Consistent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Valid</a:t>
            </a:r>
          </a:p>
          <a:p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2516334746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 applicable to the internship</a:t>
            </a: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(I was assigned to complete a set of e-</a:t>
            </a:r>
            <a:r>
              <a:rPr lang="en-I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learnings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related to Deloitte and the job role.)</a:t>
            </a:r>
          </a:p>
          <a:p>
            <a:pPr>
              <a:buNone/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972927743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/ Work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DQA: Review the audit documents and preparing memo.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ACTT: Process client data and rule template in the ACTT Website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SAP: After downloading all the ACTT generated data, test al the 27 controls. Next prepare RFI and 2342s. And finally document all of it.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Internal Support: Monitor all the engagements, send mails and follow-up mails.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3552477036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all the audit files have been documented properly and are available in the portal.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Testing for all users and validate the evidences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Monitor the current engagement status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450598060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 Applicable</a:t>
            </a:r>
          </a:p>
          <a:p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(Had to complete courses related to my job role to understand and complete my work more efficiently)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3128696043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Proposed System/Work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OE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Data Quality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 Errors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2246652179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 Map</a:t>
            </a:r>
            <a:endParaRPr lang="en-US" sz="3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/>
          </p:nvPr>
        </p:nvGraphicFramePr>
        <p:xfrm>
          <a:off x="838200" y="1210491"/>
          <a:ext cx="10515600" cy="40581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0371" y="901298"/>
            <a:ext cx="6948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rgbClr val="0070C0"/>
                </a:solidFill>
              </a:rPr>
              <a:t>Note: Write in the below table what u will be achieving in each review</a:t>
            </a:r>
            <a:endParaRPr lang="en-GB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3497100239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3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pPr>
              <a:buNone/>
            </a:pPr>
            <a:r>
              <a:rPr lang="en-US" dirty="0" smtClean="0">
                <a:hlinkClick r:id="rId2"/>
              </a:rPr>
              <a:t>https://github.com/tanushreer-7/8-sem-internship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95621377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 smtClean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600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15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="" xmlns:p14="http://schemas.microsoft.com/office/powerpoint/2010/main" val="97546580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 smtClean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="" xmlns:p14="http://schemas.microsoft.com/office/powerpoint/2010/main" val="696605960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7060</TotalTime>
  <Words>538</Words>
  <Application>Microsoft Office PowerPoint</Application>
  <PresentationFormat>Custom</PresentationFormat>
  <Paragraphs>111</Paragraphs>
  <Slides>16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Slide 1</vt:lpstr>
      <vt:lpstr>Content</vt:lpstr>
      <vt:lpstr>About Company or Organization</vt:lpstr>
      <vt:lpstr>Working domain or the technology</vt:lpstr>
      <vt:lpstr>About your team and reporting Manager</vt:lpstr>
      <vt:lpstr>Challenges Faced in Internship</vt:lpstr>
      <vt:lpstr>Objectives of the work</vt:lpstr>
      <vt:lpstr>Literature Review</vt:lpstr>
      <vt:lpstr>Proposed System / Work</vt:lpstr>
      <vt:lpstr>Problem Statement</vt:lpstr>
      <vt:lpstr>System Requirements</vt:lpstr>
      <vt:lpstr>Advantages of Proposed System/Work</vt:lpstr>
      <vt:lpstr>Internship Road Map</vt:lpstr>
      <vt:lpstr>Github Link</vt:lpstr>
      <vt:lpstr>Slide 15</vt:lpstr>
      <vt:lpstr>Slide 16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user</cp:lastModifiedBy>
  <cp:revision>745</cp:revision>
  <dcterms:created xsi:type="dcterms:W3CDTF">2022-10-14T07:18:17Z</dcterms:created>
  <dcterms:modified xsi:type="dcterms:W3CDTF">2026-03-04T16:03:15Z</dcterms:modified>
</cp:coreProperties>
</file>