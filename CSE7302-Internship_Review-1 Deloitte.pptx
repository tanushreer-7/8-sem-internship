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2BE31D-A805-4374-A802-C65F02E28BCD}" v="23" dt="2024-12-11T08:31:31.5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2574" autoAdjust="0"/>
    <p:restoredTop sz="94660"/>
  </p:normalViewPr>
  <p:slideViewPr>
    <p:cSldViewPr snapToGrid="0">
      <p:cViewPr varScale="1">
        <p:scale>
          <a:sx n="73" d="100"/>
          <a:sy n="73" d="100"/>
        </p:scale>
        <p:origin x="-720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 custT="1"/>
      <dgm:spPr/>
      <dgm:t>
        <a:bodyPr/>
        <a:lstStyle/>
        <a:p>
          <a:pPr algn="ctr"/>
          <a:r>
            <a:rPr lang="en-US" sz="15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Understanding the company’s structure and workflow. Adapting to the workplace environment</a:t>
          </a:r>
          <a:endParaRPr lang="en-US" sz="15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 custT="1"/>
      <dgm:spPr/>
      <dgm:t>
        <a:bodyPr/>
        <a:lstStyle/>
        <a:p>
          <a:pPr algn="ctr"/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Attend all the training sessions and accreditation. And start e-learning courses.</a:t>
          </a:r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 custT="1"/>
      <dgm:spPr/>
      <dgm:t>
        <a:bodyPr/>
        <a:lstStyle/>
        <a:p>
          <a:pPr algn="ctr"/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Complete all the e-</a:t>
          </a:r>
          <a:r>
            <a:rPr lang="en-US" sz="1600" dirty="0" err="1" smtClean="0">
              <a:latin typeface="Times New Roman" panose="02020603050405020304" pitchFamily="18" charset="0"/>
              <a:cs typeface="Times New Roman" panose="02020603050405020304" pitchFamily="18" charset="0"/>
            </a:rPr>
            <a:t>learnings</a:t>
          </a:r>
          <a:r>
            <a: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on time provided by the company</a:t>
          </a:r>
          <a:endParaRPr lang="en-US" sz="16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752B307F-C8E5-41FD-BB46-B8BF16D28037}">
      <dgm:prSet custT="1"/>
      <dgm:spPr/>
      <dgm:t>
        <a:bodyPr/>
        <a:lstStyle/>
        <a:p>
          <a:pPr algn="ctr"/>
          <a:r>
            <a:rPr lang="en-US" sz="1600" dirty="0" smtClean="0"/>
            <a:t>Practice and master documentations in worksheet for auditing.</a:t>
          </a:r>
          <a:endParaRPr lang="en-US" sz="1600" dirty="0"/>
        </a:p>
      </dgm:t>
    </dgm:pt>
    <dgm:pt modelId="{302F0961-E8EB-45F1-B603-FCFD2EB03303}" type="parTrans" cxnId="{EDF1D64E-25AC-486E-855D-5DC0CFE98BD5}">
      <dgm:prSet/>
      <dgm:spPr/>
      <dgm:t>
        <a:bodyPr/>
        <a:lstStyle/>
        <a:p>
          <a:endParaRPr lang="en-US"/>
        </a:p>
      </dgm:t>
    </dgm:pt>
    <dgm:pt modelId="{9CAC24CB-1527-44B8-AABB-C486621DBBE6}" type="sibTrans" cxnId="{EDF1D64E-25AC-486E-855D-5DC0CFE98BD5}">
      <dgm:prSet/>
      <dgm:spPr/>
      <dgm:t>
        <a:bodyPr/>
        <a:lstStyle/>
        <a:p>
          <a:endParaRPr lang="en-US"/>
        </a:p>
      </dgm:t>
    </dgm:pt>
    <dgm:pt modelId="{34864EDF-214D-496B-A6D6-54942F578F0D}">
      <dgm:prSet custT="1"/>
      <dgm:spPr/>
      <dgm:t>
        <a:bodyPr/>
        <a:lstStyle/>
        <a:p>
          <a:pPr algn="ctr"/>
          <a:r>
            <a:rPr lang="en-US" sz="1600" dirty="0" smtClean="0"/>
            <a:t>Start working on real time projects with all the knowledge gained from the courses and training classes.</a:t>
          </a:r>
          <a:endParaRPr lang="en-US" sz="1600" dirty="0"/>
        </a:p>
      </dgm:t>
    </dgm:pt>
    <dgm:pt modelId="{F6F2D183-6753-413E-8F0A-C9BCBAC3FB48}" type="parTrans" cxnId="{A8244087-7F13-4558-94D8-12C5CD79F677}">
      <dgm:prSet/>
      <dgm:spPr/>
      <dgm:t>
        <a:bodyPr/>
        <a:lstStyle/>
        <a:p>
          <a:endParaRPr lang="en-US"/>
        </a:p>
      </dgm:t>
    </dgm:pt>
    <dgm:pt modelId="{64E0F8A1-BA5F-4F1F-9137-E0A3EFAFB1C2}" type="sibTrans" cxnId="{A8244087-7F13-4558-94D8-12C5CD79F677}">
      <dgm:prSet/>
      <dgm:spPr/>
      <dgm:t>
        <a:bodyPr/>
        <a:lstStyle/>
        <a:p>
          <a:endParaRPr lang="en-US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0EA92EC0-9C6F-4663-B822-B1E8E3DCB13B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  <dgm:t>
        <a:bodyPr/>
        <a:lstStyle/>
        <a:p>
          <a:endParaRPr lang="en-US"/>
        </a:p>
      </dgm:t>
    </dgm:pt>
    <dgm:pt modelId="{928B615F-0F8D-4140-A638-0FBB8F5BF1E9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73DE52A-2F45-45E6-AD0E-D5BEAF609F8E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A3B7F60-AEEC-41A8-8A2C-D3679EFCD07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  <dgm:t>
        <a:bodyPr/>
        <a:lstStyle/>
        <a:p>
          <a:endParaRPr lang="en-US"/>
        </a:p>
      </dgm:t>
    </dgm:pt>
    <dgm:pt modelId="{98225A61-A0EC-450A-BED8-EF2E47E8FD18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AD338D-3122-4454-9A67-16BE024D44E3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6AFCF47-32CA-4C44-9E3C-782007B7112E}" type="pres">
      <dgm:prSet presAssocID="{A59EC69B-8F3F-425B-819F-E8C557946AEE}" presName="ChildAccent3" presStyleCnt="0"/>
      <dgm:spPr/>
      <dgm:t>
        <a:bodyPr/>
        <a:lstStyle/>
        <a:p>
          <a:endParaRPr lang="en-US"/>
        </a:p>
      </dgm:t>
    </dgm:pt>
    <dgm:pt modelId="{2532504F-5FE1-4C97-B485-F05E8885EACC}" type="pres">
      <dgm:prSet presAssocID="{A59EC69B-8F3F-425B-819F-E8C557946AEE}" presName="ChildAccent" presStyleLbl="alignImgPlace1" presStyleIdx="2" presStyleCnt="5"/>
      <dgm:spPr/>
      <dgm:t>
        <a:bodyPr/>
        <a:lstStyle/>
        <a:p>
          <a:endParaRPr lang="en-US"/>
        </a:p>
      </dgm:t>
    </dgm:pt>
    <dgm:pt modelId="{0D08ED52-6744-4369-B780-916B09984775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C66D42D-7E6D-4563-AFDC-369C30B73F70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1269CE6-C767-48CC-AAFD-A238D1FFDABA}" type="pres">
      <dgm:prSet presAssocID="{7B3055AA-BF7C-46D0-9A9E-60087B9F57B4}" presName="ChildAccent2" presStyleCnt="0"/>
      <dgm:spPr/>
      <dgm:t>
        <a:bodyPr/>
        <a:lstStyle/>
        <a:p>
          <a:endParaRPr lang="en-US"/>
        </a:p>
      </dgm:t>
    </dgm:pt>
    <dgm:pt modelId="{06F8D57B-EDF4-4CF4-8700-DC2CA3E3028E}" type="pres">
      <dgm:prSet presAssocID="{7B3055AA-BF7C-46D0-9A9E-60087B9F57B4}" presName="ChildAccent" presStyleLbl="alignImgPlace1" presStyleIdx="3" presStyleCnt="5"/>
      <dgm:spPr/>
      <dgm:t>
        <a:bodyPr/>
        <a:lstStyle/>
        <a:p>
          <a:endParaRPr lang="en-US"/>
        </a:p>
      </dgm:t>
    </dgm:pt>
    <dgm:pt modelId="{6BCCFBA6-7A43-4631-AD7F-AFB10E1E6CD7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0BB3360-A9BB-4051-A4B1-1216F82F642C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305DF14-0FF5-45E4-8B19-015814092DBD}" type="pres">
      <dgm:prSet presAssocID="{988D96B0-D16E-4763-B393-84178CF4FF50}" presName="ChildAccent1" presStyleCnt="0"/>
      <dgm:spPr/>
      <dgm:t>
        <a:bodyPr/>
        <a:lstStyle/>
        <a:p>
          <a:endParaRPr lang="en-US"/>
        </a:p>
      </dgm:t>
    </dgm:pt>
    <dgm:pt modelId="{A134CDD1-D85F-44EF-8BEE-9F99A855C1E6}" type="pres">
      <dgm:prSet presAssocID="{988D96B0-D16E-4763-B393-84178CF4FF50}" presName="ChildAccent" presStyleLbl="alignImgPlace1" presStyleIdx="4" presStyleCnt="5"/>
      <dgm:spPr/>
      <dgm:t>
        <a:bodyPr/>
        <a:lstStyle/>
        <a:p>
          <a:endParaRPr lang="en-US"/>
        </a:p>
      </dgm:t>
    </dgm:pt>
    <dgm:pt modelId="{1C91D7E3-8940-4A33-9182-677DD5415901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5257024-FAC0-4522-B139-1CC85B547BE8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DCBBD912-689F-4398-945B-50D7C906D480}" type="presOf" srcId="{65C051F6-A849-4495-A964-CD4C650B9C06}" destId="{C73DE52A-2F45-45E6-AD0E-D5BEAF609F8E}" srcOrd="0" destOrd="0" presId="urn:microsoft.com/office/officeart/2011/layout/InterconnectedBlockProcess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25C83D9F-B12A-43EF-8599-6589093E1A69}" type="presOf" srcId="{9FED87C4-3F3B-4A18-9185-9F80CFEDEA2E}" destId="{06F8D57B-EDF4-4CF4-8700-DC2CA3E3028E}" srcOrd="0" destOrd="0" presId="urn:microsoft.com/office/officeart/2011/layout/InterconnectedBlockProcess"/>
    <dgm:cxn modelId="{14271021-8784-4688-96FE-21B4F9A3C855}" type="presOf" srcId="{A59EC69B-8F3F-425B-819F-E8C557946AEE}" destId="{4C66D42D-7E6D-4563-AFDC-369C30B73F70}" srcOrd="0" destOrd="0" presId="urn:microsoft.com/office/officeart/2011/layout/InterconnectedBlockProcess"/>
    <dgm:cxn modelId="{BD4D063F-4481-4272-86B1-D2EA110CC162}" type="presOf" srcId="{73DB572E-062D-41AD-8033-D361B8E583DB}" destId="{0D08ED52-6744-4369-B780-916B09984775}" srcOrd="1" destOrd="0" presId="urn:microsoft.com/office/officeart/2011/layout/InterconnectedBlockProcess"/>
    <dgm:cxn modelId="{58E76652-C24F-44B0-96A9-DDF4DA4C870A}" type="presOf" srcId="{7B3055AA-BF7C-46D0-9A9E-60087B9F57B4}" destId="{00BB3360-A9BB-4051-A4B1-1216F82F642C}" srcOrd="0" destOrd="0" presId="urn:microsoft.com/office/officeart/2011/layout/InterconnectedBlockProcess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EDF1D64E-25AC-486E-855D-5DC0CFE98BD5}" srcId="{5E92505A-51E0-4F78-B3C5-704ACF8710DE}" destId="{752B307F-C8E5-41FD-BB46-B8BF16D28037}" srcOrd="0" destOrd="0" parTransId="{302F0961-E8EB-45F1-B603-FCFD2EB03303}" sibTransId="{9CAC24CB-1527-44B8-AABB-C486621DBBE6}"/>
    <dgm:cxn modelId="{D95A05E5-1205-4AD1-9AA3-74CA7A4B9EF2}" type="presOf" srcId="{9FED87C4-3F3B-4A18-9185-9F80CFEDEA2E}" destId="{6BCCFBA6-7A43-4631-AD7F-AFB10E1E6CD7}" srcOrd="1" destOrd="0" presId="urn:microsoft.com/office/officeart/2011/layout/InterconnectedBlockProcess"/>
    <dgm:cxn modelId="{A6532C16-AFEE-4EEA-891E-F5DAB7412E13}" type="presOf" srcId="{73DB572E-062D-41AD-8033-D361B8E583DB}" destId="{2532504F-5FE1-4C97-B485-F05E8885EACC}" srcOrd="0" destOrd="0" presId="urn:microsoft.com/office/officeart/2011/layout/InterconnectedBlockProcess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32A25C20-5282-4CC0-9DE2-0466809F9FBD}" type="presOf" srcId="{34864EDF-214D-496B-A6D6-54942F578F0D}" destId="{8CAE5A4D-0C7B-48A6-917B-0B8433D0574B}" srcOrd="0" destOrd="0" presId="urn:microsoft.com/office/officeart/2011/layout/InterconnectedBlockProcess"/>
    <dgm:cxn modelId="{A8244087-7F13-4558-94D8-12C5CD79F677}" srcId="{65C051F6-A849-4495-A964-CD4C650B9C06}" destId="{34864EDF-214D-496B-A6D6-54942F578F0D}" srcOrd="0" destOrd="0" parTransId="{F6F2D183-6753-413E-8F0A-C9BCBAC3FB48}" sibTransId="{64E0F8A1-BA5F-4F1F-9137-E0A3EFAFB1C2}"/>
    <dgm:cxn modelId="{940B4C9B-D5E4-4E48-A872-B455F86EA2F7}" type="presOf" srcId="{D471E45F-B026-44AA-9616-57E786AE80AF}" destId="{1C91D7E3-8940-4A33-9182-677DD5415901}" srcOrd="1" destOrd="0" presId="urn:microsoft.com/office/officeart/2011/layout/InterconnectedBlockProcess"/>
    <dgm:cxn modelId="{E6B70501-CFCB-4D4A-94BE-F63036069196}" type="presOf" srcId="{5751524B-FB67-4894-A0C5-35151E149D68}" destId="{A6BCDA7B-D633-438F-B44D-CB4D60E5C492}" srcOrd="0" destOrd="0" presId="urn:microsoft.com/office/officeart/2011/layout/InterconnectedBlockProcess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5C3C918A-4C4A-4DEB-924A-CC330C09FB27}" type="presOf" srcId="{5E92505A-51E0-4F78-B3C5-704ACF8710DE}" destId="{2AAD338D-3122-4454-9A67-16BE024D44E3}" srcOrd="0" destOrd="0" presId="urn:microsoft.com/office/officeart/2011/layout/InterconnectedBlockProcess"/>
    <dgm:cxn modelId="{AD0A74B8-550A-4F0D-9A26-ADB7CD7A34B7}" type="presOf" srcId="{988D96B0-D16E-4763-B393-84178CF4FF50}" destId="{65257024-FAC0-4522-B139-1CC85B547BE8}" srcOrd="0" destOrd="0" presId="urn:microsoft.com/office/officeart/2011/layout/InterconnectedBlockProcess"/>
    <dgm:cxn modelId="{C8AC29FB-6D52-4C90-BEFA-7A621756D388}" type="presOf" srcId="{752B307F-C8E5-41FD-BB46-B8BF16D28037}" destId="{98225A61-A0EC-450A-BED8-EF2E47E8FD18}" srcOrd="1" destOrd="0" presId="urn:microsoft.com/office/officeart/2011/layout/InterconnectedBlockProcess"/>
    <dgm:cxn modelId="{8519AED3-5C0D-4E05-B2DC-170297715AD8}" type="presOf" srcId="{752B307F-C8E5-41FD-BB46-B8BF16D28037}" destId="{FC0F1314-3294-4A8C-8DCE-EB53E236164C}" srcOrd="0" destOrd="0" presId="urn:microsoft.com/office/officeart/2011/layout/InterconnectedBlockProcess"/>
    <dgm:cxn modelId="{3B37BD3C-F442-4221-9C19-63C7133E6B01}" type="presOf" srcId="{34864EDF-214D-496B-A6D6-54942F578F0D}" destId="{928B615F-0F8D-4140-A638-0FBB8F5BF1E9}" srcOrd="1" destOrd="0" presId="urn:microsoft.com/office/officeart/2011/layout/InterconnectedBlockProcess"/>
    <dgm:cxn modelId="{E94CD512-E47E-4B2A-8B42-1BBD0CE921B4}" type="presOf" srcId="{D471E45F-B026-44AA-9616-57E786AE80AF}" destId="{A134CDD1-D85F-44EF-8BEE-9F99A855C1E6}" srcOrd="0" destOrd="0" presId="urn:microsoft.com/office/officeart/2011/layout/InterconnectedBlockProcess"/>
    <dgm:cxn modelId="{BA3911EC-283D-4FE0-BD2A-4C3459371EE9}" type="presParOf" srcId="{A6BCDA7B-D633-438F-B44D-CB4D60E5C492}" destId="{0EA92EC0-9C6F-4663-B822-B1E8E3DCB13B}" srcOrd="0" destOrd="0" presId="urn:microsoft.com/office/officeart/2011/layout/InterconnectedBlockProcess"/>
    <dgm:cxn modelId="{1EDBEF38-7069-4A80-88A4-D49C02CAA5E4}" type="presParOf" srcId="{0EA92EC0-9C6F-4663-B822-B1E8E3DCB13B}" destId="{8CAE5A4D-0C7B-48A6-917B-0B8433D0574B}" srcOrd="0" destOrd="0" presId="urn:microsoft.com/office/officeart/2011/layout/InterconnectedBlockProcess"/>
    <dgm:cxn modelId="{FD95BC11-BC93-47BA-B283-371C099AF1AD}" type="presParOf" srcId="{A6BCDA7B-D633-438F-B44D-CB4D60E5C492}" destId="{928B615F-0F8D-4140-A638-0FBB8F5BF1E9}" srcOrd="1" destOrd="0" presId="urn:microsoft.com/office/officeart/2011/layout/InterconnectedBlockProcess"/>
    <dgm:cxn modelId="{A02166CE-2B20-436D-AF28-8342A22134F7}" type="presParOf" srcId="{A6BCDA7B-D633-438F-B44D-CB4D60E5C492}" destId="{C73DE52A-2F45-45E6-AD0E-D5BEAF609F8E}" srcOrd="2" destOrd="0" presId="urn:microsoft.com/office/officeart/2011/layout/InterconnectedBlockProcess"/>
    <dgm:cxn modelId="{EF68827D-5F4A-488B-9569-C6B84C6E22B2}" type="presParOf" srcId="{A6BCDA7B-D633-438F-B44D-CB4D60E5C492}" destId="{EA3B7F60-AEEC-41A8-8A2C-D3679EFCD073}" srcOrd="3" destOrd="0" presId="urn:microsoft.com/office/officeart/2011/layout/InterconnectedBlockProcess"/>
    <dgm:cxn modelId="{AA6818F2-EB06-4F0B-AB64-08A61B86B1F5}" type="presParOf" srcId="{EA3B7F60-AEEC-41A8-8A2C-D3679EFCD073}" destId="{FC0F1314-3294-4A8C-8DCE-EB53E236164C}" srcOrd="0" destOrd="0" presId="urn:microsoft.com/office/officeart/2011/layout/InterconnectedBlockProcess"/>
    <dgm:cxn modelId="{515B5789-A9FD-48CC-AEC5-3887D1DCB166}" type="presParOf" srcId="{A6BCDA7B-D633-438F-B44D-CB4D60E5C492}" destId="{98225A61-A0EC-450A-BED8-EF2E47E8FD18}" srcOrd="4" destOrd="0" presId="urn:microsoft.com/office/officeart/2011/layout/InterconnectedBlockProcess"/>
    <dgm:cxn modelId="{EC041B1B-950E-47B0-AC02-75FE785BC810}" type="presParOf" srcId="{A6BCDA7B-D633-438F-B44D-CB4D60E5C492}" destId="{2AAD338D-3122-4454-9A67-16BE024D44E3}" srcOrd="5" destOrd="0" presId="urn:microsoft.com/office/officeart/2011/layout/InterconnectedBlockProcess"/>
    <dgm:cxn modelId="{3432AE63-9FD1-4BC7-9DEF-3B96DC1D18B6}" type="presParOf" srcId="{A6BCDA7B-D633-438F-B44D-CB4D60E5C492}" destId="{96AFCF47-32CA-4C44-9E3C-782007B7112E}" srcOrd="6" destOrd="0" presId="urn:microsoft.com/office/officeart/2011/layout/InterconnectedBlockProcess"/>
    <dgm:cxn modelId="{923E99A6-341B-451C-8867-E92FC25AC53B}" type="presParOf" srcId="{96AFCF47-32CA-4C44-9E3C-782007B7112E}" destId="{2532504F-5FE1-4C97-B485-F05E8885EACC}" srcOrd="0" destOrd="0" presId="urn:microsoft.com/office/officeart/2011/layout/InterconnectedBlockProcess"/>
    <dgm:cxn modelId="{D722F7D5-C052-4884-8CB8-8D1A48BD812B}" type="presParOf" srcId="{A6BCDA7B-D633-438F-B44D-CB4D60E5C492}" destId="{0D08ED52-6744-4369-B780-916B09984775}" srcOrd="7" destOrd="0" presId="urn:microsoft.com/office/officeart/2011/layout/InterconnectedBlockProcess"/>
    <dgm:cxn modelId="{3AD2F176-129A-4447-ADA9-E3E89DF9D891}" type="presParOf" srcId="{A6BCDA7B-D633-438F-B44D-CB4D60E5C492}" destId="{4C66D42D-7E6D-4563-AFDC-369C30B73F70}" srcOrd="8" destOrd="0" presId="urn:microsoft.com/office/officeart/2011/layout/InterconnectedBlockProcess"/>
    <dgm:cxn modelId="{D208DA9D-BE25-4BF1-B0BD-F2F14E865E97}" type="presParOf" srcId="{A6BCDA7B-D633-438F-B44D-CB4D60E5C492}" destId="{C1269CE6-C767-48CC-AAFD-A238D1FFDABA}" srcOrd="9" destOrd="0" presId="urn:microsoft.com/office/officeart/2011/layout/InterconnectedBlockProcess"/>
    <dgm:cxn modelId="{2AC68A3D-1C33-40F1-A5CE-D5AFE03E40CC}" type="presParOf" srcId="{C1269CE6-C767-48CC-AAFD-A238D1FFDABA}" destId="{06F8D57B-EDF4-4CF4-8700-DC2CA3E3028E}" srcOrd="0" destOrd="0" presId="urn:microsoft.com/office/officeart/2011/layout/InterconnectedBlockProcess"/>
    <dgm:cxn modelId="{1AC84B5C-9F91-4220-9E7F-5BE6D44EABB4}" type="presParOf" srcId="{A6BCDA7B-D633-438F-B44D-CB4D60E5C492}" destId="{6BCCFBA6-7A43-4631-AD7F-AFB10E1E6CD7}" srcOrd="10" destOrd="0" presId="urn:microsoft.com/office/officeart/2011/layout/InterconnectedBlockProcess"/>
    <dgm:cxn modelId="{4D501E81-798D-4E10-9739-3749808FDBE7}" type="presParOf" srcId="{A6BCDA7B-D633-438F-B44D-CB4D60E5C492}" destId="{00BB3360-A9BB-4051-A4B1-1216F82F642C}" srcOrd="11" destOrd="0" presId="urn:microsoft.com/office/officeart/2011/layout/InterconnectedBlockProcess"/>
    <dgm:cxn modelId="{61C4626E-22F6-45E2-856C-8C7D72EEE8E3}" type="presParOf" srcId="{A6BCDA7B-D633-438F-B44D-CB4D60E5C492}" destId="{7305DF14-0FF5-45E4-8B19-015814092DBD}" srcOrd="12" destOrd="0" presId="urn:microsoft.com/office/officeart/2011/layout/InterconnectedBlockProcess"/>
    <dgm:cxn modelId="{40E047E4-8B96-4BE3-A685-38A19A4860FE}" type="presParOf" srcId="{7305DF14-0FF5-45E4-8B19-015814092DBD}" destId="{A134CDD1-D85F-44EF-8BEE-9F99A855C1E6}" srcOrd="0" destOrd="0" presId="urn:microsoft.com/office/officeart/2011/layout/InterconnectedBlockProcess"/>
    <dgm:cxn modelId="{7D071F6A-A4AA-4BFF-AC77-DA71956DD8F9}" type="presParOf" srcId="{A6BCDA7B-D633-438F-B44D-CB4D60E5C492}" destId="{1C91D7E3-8940-4A33-9182-677DD5415901}" srcOrd="13" destOrd="0" presId="urn:microsoft.com/office/officeart/2011/layout/InterconnectedBlockProcess"/>
    <dgm:cxn modelId="{189850BB-B69B-4D35-82C0-6BC106290228}" type="presParOf" srcId="{A6BCDA7B-D633-438F-B44D-CB4D60E5C492}" destId="{65257024-FAC0-4522-B139-1CC85B547BE8}" srcOrd="14" destOrd="0" presId="urn:microsoft.com/office/officeart/2011/layout/InterconnectedBlockProcess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AE5A4D-0C7B-48A6-917B-0B8433D0574B}">
      <dsp:nvSpPr>
        <dsp:cNvPr id="0" name=""/>
        <dsp:cNvSpPr/>
      </dsp:nvSpPr>
      <dsp:spPr>
        <a:xfrm>
          <a:off x="7173684" y="811639"/>
          <a:ext cx="1278320" cy="3246556"/>
        </a:xfrm>
        <a:prstGeom prst="wedgeRectCallout">
          <a:avLst>
            <a:gd name="adj1" fmla="val 0"/>
            <a:gd name="adj2" fmla="val 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3DE52A-2F45-45E6-AD0E-D5BEAF609F8E}">
      <dsp:nvSpPr>
        <dsp:cNvPr id="0" name=""/>
        <dsp:cNvSpPr/>
      </dsp:nvSpPr>
      <dsp:spPr>
        <a:xfrm>
          <a:off x="7173684" y="0"/>
          <a:ext cx="1278320" cy="81163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7173684" y="0"/>
        <a:ext cx="1278320" cy="811639"/>
      </dsp:txXfrm>
    </dsp:sp>
    <dsp:sp modelId="{FC0F1314-3294-4A8C-8DCE-EB53E236164C}">
      <dsp:nvSpPr>
        <dsp:cNvPr id="0" name=""/>
        <dsp:cNvSpPr/>
      </dsp:nvSpPr>
      <dsp:spPr>
        <a:xfrm>
          <a:off x="5898557" y="811639"/>
          <a:ext cx="1278320" cy="304364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3179766"/>
            <a:satOff val="8519"/>
            <a:lumOff val="30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AD338D-3122-4454-9A67-16BE024D44E3}">
      <dsp:nvSpPr>
        <dsp:cNvPr id="0" name=""/>
        <dsp:cNvSpPr/>
      </dsp:nvSpPr>
      <dsp:spPr>
        <a:xfrm>
          <a:off x="5898557" y="101454"/>
          <a:ext cx="1278320" cy="71018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898557" y="101454"/>
        <a:ext cx="1278320" cy="710184"/>
      </dsp:txXfrm>
    </dsp:sp>
    <dsp:sp modelId="{2532504F-5FE1-4C97-B485-F05E8885EACC}">
      <dsp:nvSpPr>
        <dsp:cNvPr id="0" name=""/>
        <dsp:cNvSpPr/>
      </dsp:nvSpPr>
      <dsp:spPr>
        <a:xfrm>
          <a:off x="4620236" y="811639"/>
          <a:ext cx="1278320" cy="284073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6359532"/>
            <a:satOff val="17037"/>
            <a:lumOff val="61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00" tIns="63500" rIns="63500" bIns="63500" numCol="1" spcCol="1270" anchor="t" anchorCtr="0">
          <a:noAutofit/>
        </a:bodyPr>
        <a:lstStyle/>
        <a:p>
          <a:pPr lvl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782502" y="811639"/>
        <a:ext cx="1116055" cy="2840736"/>
      </dsp:txXfrm>
    </dsp:sp>
    <dsp:sp modelId="{4C66D42D-7E6D-4563-AFDC-369C30B73F70}">
      <dsp:nvSpPr>
        <dsp:cNvPr id="0" name=""/>
        <dsp:cNvSpPr/>
      </dsp:nvSpPr>
      <dsp:spPr>
        <a:xfrm>
          <a:off x="4620236" y="206156"/>
          <a:ext cx="1278320" cy="6087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620236" y="206156"/>
        <a:ext cx="1278320" cy="608729"/>
      </dsp:txXfrm>
    </dsp:sp>
    <dsp:sp modelId="{06F8D57B-EDF4-4CF4-8700-DC2CA3E3028E}">
      <dsp:nvSpPr>
        <dsp:cNvPr id="0" name=""/>
        <dsp:cNvSpPr/>
      </dsp:nvSpPr>
      <dsp:spPr>
        <a:xfrm>
          <a:off x="3341915" y="811639"/>
          <a:ext cx="1278320" cy="263782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9539299"/>
            <a:satOff val="25556"/>
            <a:lumOff val="92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00" tIns="63500" rIns="63500" bIns="63500" numCol="1" spcCol="1270" anchor="t" anchorCtr="0">
          <a:noAutofit/>
        </a:bodyPr>
        <a:lstStyle/>
        <a:p>
          <a:pPr lvl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504181" y="811639"/>
        <a:ext cx="1116055" cy="2637826"/>
      </dsp:txXfrm>
    </dsp:sp>
    <dsp:sp modelId="{00BB3360-A9BB-4051-A4B1-1216F82F642C}">
      <dsp:nvSpPr>
        <dsp:cNvPr id="0" name=""/>
        <dsp:cNvSpPr/>
      </dsp:nvSpPr>
      <dsp:spPr>
        <a:xfrm>
          <a:off x="3341915" y="304364"/>
          <a:ext cx="1278320" cy="50727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341915" y="304364"/>
        <a:ext cx="1278320" cy="507274"/>
      </dsp:txXfrm>
    </dsp:sp>
    <dsp:sp modelId="{A134CDD1-D85F-44EF-8BEE-9F99A855C1E6}">
      <dsp:nvSpPr>
        <dsp:cNvPr id="0" name=""/>
        <dsp:cNvSpPr/>
      </dsp:nvSpPr>
      <dsp:spPr>
        <a:xfrm>
          <a:off x="2063594" y="811639"/>
          <a:ext cx="1278320" cy="2434917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12719064"/>
            <a:satOff val="34075"/>
            <a:lumOff val="123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500" tIns="63500" rIns="63500" bIns="63500" numCol="1" spcCol="1270" anchor="t" anchorCtr="0">
          <a:noAutofit/>
        </a:bodyPr>
        <a:lstStyle/>
        <a:p>
          <a:pPr lvl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225860" y="811639"/>
        <a:ext cx="1116055" cy="2434917"/>
      </dsp:txXfrm>
    </dsp:sp>
    <dsp:sp modelId="{65257024-FAC0-4522-B139-1CC85B547BE8}">
      <dsp:nvSpPr>
        <dsp:cNvPr id="0" name=""/>
        <dsp:cNvSpPr/>
      </dsp:nvSpPr>
      <dsp:spPr>
        <a:xfrm>
          <a:off x="2063594" y="405819"/>
          <a:ext cx="1278320" cy="40581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  <a:endParaRPr lang="en-US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063594" y="405819"/>
        <a:ext cx="1278320" cy="405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xmlns="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98155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993583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pPr/>
              <a:t>15-01-2026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anushreer-7/8-sem-internship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 smtClean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Ms. Sandhya L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 smtClean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Assistant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 smtClean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of </a:t>
            </a:r>
            <a:r>
              <a:rPr lang="en-GB" sz="1700" b="1" i="0" u="none" strike="noStrike" cap="none" dirty="0" smtClean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CSE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B.Tech - CBD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Dr. Pravinth Raja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Ms. Nisha Robin Rohit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</a:t>
            </a:r>
            <a:r>
              <a:rPr lang="en-US" sz="2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. Md Ziaur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Rahman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r>
              <a:rPr lang="en-I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Review-1 Presentation </a:t>
            </a:r>
            <a:b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Audit &amp; Assurance in ITDA</a:t>
            </a:r>
            <a:br>
              <a:rPr lang="en-US" sz="2400" dirty="0" smtClean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/>
          </p:nvPr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=""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=""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Tanushree R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20221CBD0029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  <a:endParaRPr lang="en-US" b="1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8CBD01</a:t>
                      </a:r>
                      <a:endParaRPr lang="en-US" dirty="0"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30667245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</a:t>
            </a:r>
            <a:r>
              <a:rPr lang="en-US" sz="20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Organization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</a:t>
            </a: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169930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074" y="1188723"/>
            <a:ext cx="10515600" cy="4193176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Deloitte India is a massive professional services network offering audit, consulting, financial, risk advisory, and tax services. 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Formed from legacy Indian firms established in the late 19th/early 20th centuries, it has grown to serve both India's burgeoning economy and the U.S., with a massive presence across the country. </a:t>
            </a:r>
          </a:p>
          <a:p>
            <a:pPr algn="just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Services Offered: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  Core services include Audit &amp; Assurance, Consulting, Financial Advisory, Risk Advisory, and Tax.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It's part of the global Deloitte network (Deloitte Touche Tohmatsu Limited), a collection of independent member firms providing services worldwide. 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xmlns="" val="15581389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algn="just"/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Assigned Domain: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Capability Enhancement Center (CEC) within the IT, Data &amp; Analytics (ITDA). The ITDA CEC team specializes in technology risk audits, focusing on processes and controls to evaluate and provide assurance on a client’s IT environment and internal control systems. 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As an intern in Audit &amp; Assurance - ITDA CEC team, I’ll:</a:t>
            </a:r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Client &amp; Project Understanding, Audit Execution, Documentation, Team collaboration and Initiatives.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xmlns="" val="6586821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algn="just"/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Our team consists of Trainers - Rohan Mehta, Soundaryasri K S</a:t>
            </a:r>
          </a:p>
          <a:p>
            <a:pPr algn="just"/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 manager – Harshine K S</a:t>
            </a:r>
          </a:p>
          <a:p>
            <a:pPr algn="just"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are the people who oversees guidance and direction during training phase. And support learning, coordination and knowledge sharing during training sessions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xmlns="" val="2510696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algn="just"/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Cracking the interview</a:t>
            </a:r>
          </a:p>
          <a:p>
            <a:pPr algn="just"/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new domain and skills</a:t>
            </a:r>
          </a:p>
          <a:p>
            <a:pPr algn="just"/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Adaptability in the work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xmlns="" val="12061569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Applying analytical skills on projects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Performing audits (i.e. IT Audit)</a:t>
            </a:r>
          </a:p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and Documenting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xmlns="" val="25163347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/>
          </p:nvPr>
        </p:nvGraphicFramePr>
        <p:xfrm>
          <a:off x="838200" y="1210491"/>
          <a:ext cx="10515600" cy="4058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0371" y="901298"/>
            <a:ext cx="694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rgbClr val="0070C0"/>
                </a:solidFill>
              </a:rPr>
              <a:t>Note: Write in the below table what u will be achieving in each review</a:t>
            </a:r>
            <a:endParaRPr lang="en-GB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971002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32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pPr>
              <a:buNone/>
            </a:pPr>
            <a:r>
              <a:rPr lang="en-US" dirty="0" smtClean="0">
                <a:hlinkClick r:id="rId2"/>
              </a:rPr>
              <a:t>https://github.com/tanushreer-7/8-sem-internship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956213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 smtClean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dirty="0" smtClean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10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97546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 smtClean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xmlns="" val="6966059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7047</TotalTime>
  <Words>384</Words>
  <Application>Microsoft Office PowerPoint</Application>
  <PresentationFormat>Custom</PresentationFormat>
  <Paragraphs>73</Paragraphs>
  <Slides>11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Slide 1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Internship Road Map</vt:lpstr>
      <vt:lpstr>Github Link</vt:lpstr>
      <vt:lpstr>Slide 10</vt:lpstr>
      <vt:lpstr>Slide 11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user</cp:lastModifiedBy>
  <cp:revision>728</cp:revision>
  <dcterms:created xsi:type="dcterms:W3CDTF">2022-10-14T07:18:17Z</dcterms:created>
  <dcterms:modified xsi:type="dcterms:W3CDTF">2026-01-15T16:18:54Z</dcterms:modified>
</cp:coreProperties>
</file>