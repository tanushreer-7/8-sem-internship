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574" autoAdjust="0"/>
    <p:restoredTop sz="94660"/>
  </p:normalViewPr>
  <p:slideViewPr>
    <p:cSldViewPr snapToGrid="0">
      <p:cViewPr varScale="1">
        <p:scale>
          <a:sx n="73" d="100"/>
          <a:sy n="73" d="100"/>
        </p:scale>
        <p:origin x="-72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/>
          <a:r>
            <a: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company’s structure and workflow. Adapting to the workplace environment</a:t>
          </a: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ctr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Attend all the training sessions and accreditation. And start e-learning courses.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ctr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Complete all the e-</a:t>
          </a:r>
          <a:r>
            <a:rPr lang="en-US" sz="16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learnings</a:t>
          </a:r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on time provided by the company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52B307F-C8E5-41FD-BB46-B8BF16D28037}">
      <dgm:prSet custT="1"/>
      <dgm:spPr/>
      <dgm:t>
        <a:bodyPr/>
        <a:lstStyle/>
        <a:p>
          <a:pPr algn="ctr"/>
          <a:r>
            <a:rPr lang="en-US" sz="1600" dirty="0" smtClean="0"/>
            <a:t>Practice and master documentations in worksheet for auditing.</a:t>
          </a:r>
          <a:endParaRPr lang="en-US" sz="1600" dirty="0"/>
        </a:p>
      </dgm:t>
    </dgm:pt>
    <dgm:pt modelId="{302F0961-E8EB-45F1-B603-FCFD2EB03303}" type="parTrans" cxnId="{EDF1D64E-25AC-486E-855D-5DC0CFE98BD5}">
      <dgm:prSet/>
      <dgm:spPr/>
      <dgm:t>
        <a:bodyPr/>
        <a:lstStyle/>
        <a:p>
          <a:endParaRPr lang="en-US"/>
        </a:p>
      </dgm:t>
    </dgm:pt>
    <dgm:pt modelId="{9CAC24CB-1527-44B8-AABB-C486621DBBE6}" type="sibTrans" cxnId="{EDF1D64E-25AC-486E-855D-5DC0CFE98BD5}">
      <dgm:prSet/>
      <dgm:spPr/>
      <dgm:t>
        <a:bodyPr/>
        <a:lstStyle/>
        <a:p>
          <a:endParaRPr lang="en-US"/>
        </a:p>
      </dgm:t>
    </dgm:pt>
    <dgm:pt modelId="{34864EDF-214D-496B-A6D6-54942F578F0D}">
      <dgm:prSet custT="1"/>
      <dgm:spPr/>
      <dgm:t>
        <a:bodyPr/>
        <a:lstStyle/>
        <a:p>
          <a:pPr algn="ctr"/>
          <a:r>
            <a:rPr lang="en-US" sz="1600" dirty="0" smtClean="0"/>
            <a:t>Start working on real time projects with all the knowledge gained from the courses and training classes.</a:t>
          </a:r>
          <a:endParaRPr lang="en-US" sz="1600" dirty="0"/>
        </a:p>
      </dgm:t>
    </dgm:pt>
    <dgm:pt modelId="{F6F2D183-6753-413E-8F0A-C9BCBAC3FB48}" type="parTrans" cxnId="{A8244087-7F13-4558-94D8-12C5CD79F677}">
      <dgm:prSet/>
      <dgm:spPr/>
      <dgm:t>
        <a:bodyPr/>
        <a:lstStyle/>
        <a:p>
          <a:endParaRPr lang="en-US"/>
        </a:p>
      </dgm:t>
    </dgm:pt>
    <dgm:pt modelId="{64E0F8A1-BA5F-4F1F-9137-E0A3EFAFB1C2}" type="sibTrans" cxnId="{A8244087-7F13-4558-94D8-12C5CD79F677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  <dgm:t>
        <a:bodyPr/>
        <a:lstStyle/>
        <a:p>
          <a:endParaRPr lang="en-US"/>
        </a:p>
      </dgm:t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EDF1D64E-25AC-486E-855D-5DC0CFE98BD5}" srcId="{5E92505A-51E0-4F78-B3C5-704ACF8710DE}" destId="{752B307F-C8E5-41FD-BB46-B8BF16D28037}" srcOrd="0" destOrd="0" parTransId="{302F0961-E8EB-45F1-B603-FCFD2EB03303}" sibTransId="{9CAC24CB-1527-44B8-AABB-C486621DBBE6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32A25C20-5282-4CC0-9DE2-0466809F9FBD}" type="presOf" srcId="{34864EDF-214D-496B-A6D6-54942F578F0D}" destId="{8CAE5A4D-0C7B-48A6-917B-0B8433D0574B}" srcOrd="0" destOrd="0" presId="urn:microsoft.com/office/officeart/2011/layout/InterconnectedBlockProcess"/>
    <dgm:cxn modelId="{A8244087-7F13-4558-94D8-12C5CD79F677}" srcId="{65C051F6-A849-4495-A964-CD4C650B9C06}" destId="{34864EDF-214D-496B-A6D6-54942F578F0D}" srcOrd="0" destOrd="0" parTransId="{F6F2D183-6753-413E-8F0A-C9BCBAC3FB48}" sibTransId="{64E0F8A1-BA5F-4F1F-9137-E0A3EFAFB1C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C8AC29FB-6D52-4C90-BEFA-7A621756D388}" type="presOf" srcId="{752B307F-C8E5-41FD-BB46-B8BF16D28037}" destId="{98225A61-A0EC-450A-BED8-EF2E47E8FD18}" srcOrd="1" destOrd="0" presId="urn:microsoft.com/office/officeart/2011/layout/InterconnectedBlockProcess"/>
    <dgm:cxn modelId="{8519AED3-5C0D-4E05-B2DC-170297715AD8}" type="presOf" srcId="{752B307F-C8E5-41FD-BB46-B8BF16D28037}" destId="{FC0F1314-3294-4A8C-8DCE-EB53E236164C}" srcOrd="0" destOrd="0" presId="urn:microsoft.com/office/officeart/2011/layout/InterconnectedBlockProcess"/>
    <dgm:cxn modelId="{3B37BD3C-F442-4221-9C19-63C7133E6B01}" type="presOf" srcId="{34864EDF-214D-496B-A6D6-54942F578F0D}" destId="{928B615F-0F8D-4140-A638-0FBB8F5BF1E9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nushreer-7/8-sem-internshi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Sandhya L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 - PSCS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ITDA Audit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TANUSHREE</a:t>
                      </a:r>
                      <a:r>
                        <a:rPr lang="en-US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20221CBD0029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8CBD01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  <p:sp>
        <p:nvSpPr>
          <p:cNvPr id="7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 smtClean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Dr. S.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Pravinthraja</a:t>
            </a:r>
            <a:endParaRPr lang="en-US" sz="2000" b="1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Mrs. Nisha Robin Rohit 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Dr. Geetha A </a:t>
            </a:r>
            <a:endParaRPr lang="en-US" sz="2000" b="1" dirty="0" smtClean="0"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1699304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074" y="1188723"/>
            <a:ext cx="10515600" cy="419317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Deloitte India is a massive professional services network offering audit, consulting, financial, risk advisory, and tax services.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Formed from legacy Indian firms established in the late 19th/early 20th centuries, it has grown to serve both India's burgeoning economy and the U.S., with a massive presence across the country. 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Services Offered: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 Core services include Audit &amp; Assurance, Consulting, Financial Advisory, Risk Advisory, and Tax.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It's part of the global Deloitte network (Deloitte Touche Tohmatsu Limited), a collection of independent member firms providing services worldwide.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Assigned Domain: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Capability Enhancement Center (CEC) within the IT, Data &amp; Analytics (ITDA). The ITDA CEC team specializes in technology risk audits, focusing on processes and controls to evaluate and provide assurance on a client’s IT environment and internal control systems.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an intern in Audit &amp; Assurance - ITDA CEC team, I’ll: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Client &amp; Project Understanding, Audit Execution, Documentation, Team collaboration and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team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Rohan Mehta, Soundaryasri K S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 - Soundaryasri K S </a:t>
            </a:r>
          </a:p>
          <a:p>
            <a:pPr algn="just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people who oversees guidance and direction during training phase. And support learning, coordination and knowledge sharing during training sessions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Cracking the interview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new domain and skills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in the work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analytical skills on projects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audits (i.e. IT Audit)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Documenting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Note: Write in the below table what u will be achieving in each review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hlinkClick r:id="rId2"/>
              </a:rPr>
              <a:t>https://github.com/tanushreer-7/8-sem-internship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7051</TotalTime>
  <Words>381</Words>
  <Application>Microsoft Office PowerPoint</Application>
  <PresentationFormat>Custom</PresentationFormat>
  <Paragraphs>73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user</cp:lastModifiedBy>
  <cp:revision>731</cp:revision>
  <dcterms:created xsi:type="dcterms:W3CDTF">2022-10-14T07:18:17Z</dcterms:created>
  <dcterms:modified xsi:type="dcterms:W3CDTF">2026-04-22T18:05:42Z</dcterms:modified>
</cp:coreProperties>
</file>