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colors1.xml" ContentType="application/vnd.openxmlformats-officedocument.drawingml.diagramColors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Override PartName="/ppt/diagrams/quickStyle1.xml" ContentType="application/vnd.openxmlformats-officedocument.drawingml.diagramStyle+xml"/>
  <Default Extension="wmf" ContentType="image/x-w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diagrams/layout1.xml" ContentType="application/vnd.openxmlformats-officedocument.drawingml.diagram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diagrams/data1.xml" ContentType="application/vnd.openxmlformats-officedocument.drawingml.diagramData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9" r:id="rId2"/>
    <p:sldId id="270" r:id="rId3"/>
    <p:sldId id="276" r:id="rId4"/>
    <p:sldId id="277" r:id="rId5"/>
    <p:sldId id="263" r:id="rId6"/>
    <p:sldId id="264" r:id="rId7"/>
    <p:sldId id="265" r:id="rId8"/>
    <p:sldId id="271" r:id="rId9"/>
    <p:sldId id="272" r:id="rId10"/>
    <p:sldId id="273" r:id="rId11"/>
    <p:sldId id="274" r:id="rId12"/>
    <p:sldId id="275" r:id="rId13"/>
    <p:sldId id="278" r:id="rId14"/>
    <p:sldId id="279" r:id="rId15"/>
    <p:sldId id="268" r:id="rId16"/>
    <p:sldId id="269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="" xmlns:p14="http://schemas.microsoft.com/office/powerpoint/2010/main">
          <a:srgbClr val="FF0000"/>
        </p14:laserClr>
      </p:ext>
      <p:ext uri="{2FDB2607-1784-4EEB-B798-7EB5836EED8A}">
        <p14:showMediaCtrls xmlns="" xmlns:p14="http://schemas.microsoft.com/office/powerpoint/2010/main" val="1"/>
      </p:ext>
    </p:extLst>
  </p:showPr>
  <p:extLst>
    <p:ext uri="{E76CE94A-603C-4142-B9EB-6D1370010A27}">
      <p14:discardImageEditData xmlns="" xmlns:p14="http://schemas.microsoft.com/office/powerpoint/2010/main" val="0"/>
    </p:ext>
    <p:ext uri="{D31A062A-798A-4329-ABDD-BBA856620510}">
      <p14:defaultImageDpi xmlns="" xmlns:p14="http://schemas.microsoft.com/office/powerpoint/2010/main" val="32767"/>
    </p:ext>
    <p:ext uri="{FD5EFAAD-0ECE-453E-9831-46B23BE46B34}">
      <p15:chartTrackingRefBased xmlns=""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82BE31D-A805-4374-A802-C65F02E28BCD}" v="23" dt="2024-12-11T08:31:31.56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2574" autoAdjust="0"/>
    <p:restoredTop sz="94660"/>
  </p:normalViewPr>
  <p:slideViewPr>
    <p:cSldViewPr snapToGrid="0">
      <p:cViewPr varScale="1">
        <p:scale>
          <a:sx n="73" d="100"/>
          <a:sy n="73" d="100"/>
        </p:scale>
        <p:origin x="-720" y="-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#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751524B-FB67-4894-A0C5-35151E149D68}" type="doc">
      <dgm:prSet loTypeId="urn:microsoft.com/office/officeart/2011/layout/InterconnectedBlockProcess" loCatId="process" qsTypeId="urn:microsoft.com/office/officeart/2005/8/quickstyle/simple1" qsCatId="simple" csTypeId="urn:microsoft.com/office/officeart/2005/8/colors/colorful1#1" csCatId="colorful" phldr="1"/>
      <dgm:spPr/>
      <dgm:t>
        <a:bodyPr/>
        <a:lstStyle/>
        <a:p>
          <a:endParaRPr lang="en-US"/>
        </a:p>
      </dgm:t>
    </dgm:pt>
    <dgm:pt modelId="{988D96B0-D16E-4763-B393-84178CF4FF50}">
      <dgm:prSet phldrT="[Text]"/>
      <dgm:spPr/>
      <dgm:t>
        <a:bodyPr/>
        <a:lstStyle/>
        <a:p>
          <a:r>
            <a:rPr lang="en-US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Review 1</a:t>
          </a:r>
          <a:endParaRPr lang="en-US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080A6B9D-C27D-4227-AC65-3C97878D78C4}" type="parTrans" cxnId="{8CB593F6-6C5D-4606-B959-3E27F9872EC1}">
      <dgm:prSet/>
      <dgm:spPr/>
      <dgm:t>
        <a:bodyPr/>
        <a:lstStyle/>
        <a:p>
          <a:endParaRPr lang="en-US"/>
        </a:p>
      </dgm:t>
    </dgm:pt>
    <dgm:pt modelId="{19B27CEC-4BAD-44A7-A9A7-B7A8B23ADCFD}" type="sibTrans" cxnId="{8CB593F6-6C5D-4606-B959-3E27F9872EC1}">
      <dgm:prSet/>
      <dgm:spPr/>
      <dgm:t>
        <a:bodyPr/>
        <a:lstStyle/>
        <a:p>
          <a:endParaRPr lang="en-US"/>
        </a:p>
      </dgm:t>
    </dgm:pt>
    <dgm:pt modelId="{D471E45F-B026-44AA-9616-57E786AE80AF}">
      <dgm:prSet phldrT="[Text]" custT="1"/>
      <dgm:spPr/>
      <dgm:t>
        <a:bodyPr/>
        <a:lstStyle/>
        <a:p>
          <a:pPr algn="ctr"/>
          <a:r>
            <a:rPr lang="en-US" sz="15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Understanding the company’s structure and workflow. Adapting to the workplace environment</a:t>
          </a:r>
          <a:endParaRPr lang="en-US" sz="15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326A986D-69A4-4AC0-AD9B-462FFC9C3F18}" type="parTrans" cxnId="{AEE28BEF-3F73-41A5-9307-D42A450FCA17}">
      <dgm:prSet/>
      <dgm:spPr/>
      <dgm:t>
        <a:bodyPr/>
        <a:lstStyle/>
        <a:p>
          <a:endParaRPr lang="en-US"/>
        </a:p>
      </dgm:t>
    </dgm:pt>
    <dgm:pt modelId="{304E70AD-39C7-4C28-BF7B-6EE91BAE97B7}" type="sibTrans" cxnId="{AEE28BEF-3F73-41A5-9307-D42A450FCA17}">
      <dgm:prSet/>
      <dgm:spPr/>
      <dgm:t>
        <a:bodyPr/>
        <a:lstStyle/>
        <a:p>
          <a:endParaRPr lang="en-US"/>
        </a:p>
      </dgm:t>
    </dgm:pt>
    <dgm:pt modelId="{7B3055AA-BF7C-46D0-9A9E-60087B9F57B4}">
      <dgm:prSet phldrT="[Text]"/>
      <dgm:spPr/>
      <dgm:t>
        <a:bodyPr/>
        <a:lstStyle/>
        <a:p>
          <a:r>
            <a:rPr lang="en-US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Review 2</a:t>
          </a:r>
          <a:endParaRPr lang="en-US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F772EF41-D2BB-4368-8327-B4E332165F48}" type="parTrans" cxnId="{6C7D4BBB-EED6-4011-9FBC-87F683D5B245}">
      <dgm:prSet/>
      <dgm:spPr/>
      <dgm:t>
        <a:bodyPr/>
        <a:lstStyle/>
        <a:p>
          <a:endParaRPr lang="en-US"/>
        </a:p>
      </dgm:t>
    </dgm:pt>
    <dgm:pt modelId="{B81593E2-4CAC-4783-8D2D-E9DDD236A942}" type="sibTrans" cxnId="{6C7D4BBB-EED6-4011-9FBC-87F683D5B245}">
      <dgm:prSet/>
      <dgm:spPr/>
      <dgm:t>
        <a:bodyPr/>
        <a:lstStyle/>
        <a:p>
          <a:endParaRPr lang="en-US"/>
        </a:p>
      </dgm:t>
    </dgm:pt>
    <dgm:pt modelId="{9FED87C4-3F3B-4A18-9185-9F80CFEDEA2E}">
      <dgm:prSet phldrT="[Text]" custT="1"/>
      <dgm:spPr/>
      <dgm:t>
        <a:bodyPr/>
        <a:lstStyle/>
        <a:p>
          <a:pPr algn="ctr"/>
          <a:r>
            <a:rPr lang="en-US" sz="16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Attend all the training sessions and accreditation. And start e-learning courses.</a:t>
          </a:r>
          <a:endParaRPr lang="en-US" sz="16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669F5586-1E47-4A85-AA72-0E435BABD665}" type="parTrans" cxnId="{27611794-B6EF-4593-A560-02BF7692DC5A}">
      <dgm:prSet/>
      <dgm:spPr/>
      <dgm:t>
        <a:bodyPr/>
        <a:lstStyle/>
        <a:p>
          <a:endParaRPr lang="en-US"/>
        </a:p>
      </dgm:t>
    </dgm:pt>
    <dgm:pt modelId="{AD0D1882-5210-4A49-9875-4AAC43595580}" type="sibTrans" cxnId="{27611794-B6EF-4593-A560-02BF7692DC5A}">
      <dgm:prSet/>
      <dgm:spPr/>
      <dgm:t>
        <a:bodyPr/>
        <a:lstStyle/>
        <a:p>
          <a:endParaRPr lang="en-US"/>
        </a:p>
      </dgm:t>
    </dgm:pt>
    <dgm:pt modelId="{A59EC69B-8F3F-425B-819F-E8C557946AEE}">
      <dgm:prSet phldrT="[Text]"/>
      <dgm:spPr/>
      <dgm:t>
        <a:bodyPr/>
        <a:lstStyle/>
        <a:p>
          <a:r>
            <a:rPr lang="en-US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Review 3</a:t>
          </a:r>
          <a:endParaRPr lang="en-US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0095C3CB-916F-4060-A8DA-DD282FB51587}" type="parTrans" cxnId="{D1BA1DD0-A52A-47BF-962D-9810C87E1576}">
      <dgm:prSet/>
      <dgm:spPr/>
      <dgm:t>
        <a:bodyPr/>
        <a:lstStyle/>
        <a:p>
          <a:endParaRPr lang="en-US"/>
        </a:p>
      </dgm:t>
    </dgm:pt>
    <dgm:pt modelId="{2868AD8D-4E38-46CE-A972-709857BF40AC}" type="sibTrans" cxnId="{D1BA1DD0-A52A-47BF-962D-9810C87E1576}">
      <dgm:prSet/>
      <dgm:spPr/>
      <dgm:t>
        <a:bodyPr/>
        <a:lstStyle/>
        <a:p>
          <a:endParaRPr lang="en-US"/>
        </a:p>
      </dgm:t>
    </dgm:pt>
    <dgm:pt modelId="{73DB572E-062D-41AD-8033-D361B8E583DB}">
      <dgm:prSet phldrT="[Text]" custT="1"/>
      <dgm:spPr/>
      <dgm:t>
        <a:bodyPr/>
        <a:lstStyle/>
        <a:p>
          <a:pPr algn="ctr"/>
          <a:r>
            <a:rPr lang="en-US" sz="16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Complete all the e-</a:t>
          </a:r>
          <a:r>
            <a:rPr lang="en-US" sz="1600" dirty="0" err="1" smtClean="0">
              <a:latin typeface="Times New Roman" panose="02020603050405020304" pitchFamily="18" charset="0"/>
              <a:cs typeface="Times New Roman" panose="02020603050405020304" pitchFamily="18" charset="0"/>
            </a:rPr>
            <a:t>learnings</a:t>
          </a:r>
          <a:r>
            <a:rPr lang="en-US" sz="16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 on time provided by the company</a:t>
          </a:r>
          <a:endParaRPr lang="en-US" sz="16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75D01B62-D132-48B8-9D06-D0A551A21107}" type="parTrans" cxnId="{AA17007A-110D-43AE-B6F2-DF2DF885F2E2}">
      <dgm:prSet/>
      <dgm:spPr/>
      <dgm:t>
        <a:bodyPr/>
        <a:lstStyle/>
        <a:p>
          <a:endParaRPr lang="en-US"/>
        </a:p>
      </dgm:t>
    </dgm:pt>
    <dgm:pt modelId="{98BDB650-3386-4D3D-8E80-609010499291}" type="sibTrans" cxnId="{AA17007A-110D-43AE-B6F2-DF2DF885F2E2}">
      <dgm:prSet/>
      <dgm:spPr/>
      <dgm:t>
        <a:bodyPr/>
        <a:lstStyle/>
        <a:p>
          <a:endParaRPr lang="en-US"/>
        </a:p>
      </dgm:t>
    </dgm:pt>
    <dgm:pt modelId="{5E92505A-51E0-4F78-B3C5-704ACF8710DE}">
      <dgm:prSet phldrT="[Text]"/>
      <dgm:spPr/>
      <dgm:t>
        <a:bodyPr/>
        <a:lstStyle/>
        <a:p>
          <a:r>
            <a:rPr lang="en-US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Review 4</a:t>
          </a:r>
          <a:endParaRPr lang="en-US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765B1266-7CE2-4F9C-AE38-D97DFBC1B151}" type="parTrans" cxnId="{DA8CD5E8-B2EE-41E4-8EC6-CFB41D688F68}">
      <dgm:prSet/>
      <dgm:spPr/>
      <dgm:t>
        <a:bodyPr/>
        <a:lstStyle/>
        <a:p>
          <a:endParaRPr lang="en-US"/>
        </a:p>
      </dgm:t>
    </dgm:pt>
    <dgm:pt modelId="{5E9E6A6F-635A-4791-A107-01E95B62EA08}" type="sibTrans" cxnId="{DA8CD5E8-B2EE-41E4-8EC6-CFB41D688F68}">
      <dgm:prSet/>
      <dgm:spPr/>
      <dgm:t>
        <a:bodyPr/>
        <a:lstStyle/>
        <a:p>
          <a:endParaRPr lang="en-US"/>
        </a:p>
      </dgm:t>
    </dgm:pt>
    <dgm:pt modelId="{65C051F6-A849-4495-A964-CD4C650B9C06}">
      <dgm:prSet phldrT="[Text]"/>
      <dgm:spPr/>
      <dgm:t>
        <a:bodyPr/>
        <a:lstStyle/>
        <a:p>
          <a:r>
            <a:rPr lang="en-US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Final Review</a:t>
          </a:r>
          <a:endParaRPr lang="en-US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C24738E5-1547-4D8D-A2CE-64D703ECDF78}" type="parTrans" cxnId="{521FD508-C5FD-4804-AFDC-D1FF9945B211}">
      <dgm:prSet/>
      <dgm:spPr/>
      <dgm:t>
        <a:bodyPr/>
        <a:lstStyle/>
        <a:p>
          <a:endParaRPr lang="en-US"/>
        </a:p>
      </dgm:t>
    </dgm:pt>
    <dgm:pt modelId="{196A2EB9-DD96-4630-B699-7AF000340374}" type="sibTrans" cxnId="{521FD508-C5FD-4804-AFDC-D1FF9945B211}">
      <dgm:prSet/>
      <dgm:spPr/>
      <dgm:t>
        <a:bodyPr/>
        <a:lstStyle/>
        <a:p>
          <a:endParaRPr lang="en-US"/>
        </a:p>
      </dgm:t>
    </dgm:pt>
    <dgm:pt modelId="{752B307F-C8E5-41FD-BB46-B8BF16D28037}">
      <dgm:prSet custT="1"/>
      <dgm:spPr/>
      <dgm:t>
        <a:bodyPr/>
        <a:lstStyle/>
        <a:p>
          <a:pPr algn="ctr"/>
          <a:r>
            <a:rPr lang="en-US" sz="1600" dirty="0" smtClean="0"/>
            <a:t>Practice and master documentations in worksheet for auditing.</a:t>
          </a:r>
          <a:endParaRPr lang="en-US" sz="1600" dirty="0"/>
        </a:p>
      </dgm:t>
    </dgm:pt>
    <dgm:pt modelId="{302F0961-E8EB-45F1-B603-FCFD2EB03303}" type="parTrans" cxnId="{EDF1D64E-25AC-486E-855D-5DC0CFE98BD5}">
      <dgm:prSet/>
      <dgm:spPr/>
      <dgm:t>
        <a:bodyPr/>
        <a:lstStyle/>
        <a:p>
          <a:endParaRPr lang="en-US"/>
        </a:p>
      </dgm:t>
    </dgm:pt>
    <dgm:pt modelId="{9CAC24CB-1527-44B8-AABB-C486621DBBE6}" type="sibTrans" cxnId="{EDF1D64E-25AC-486E-855D-5DC0CFE98BD5}">
      <dgm:prSet/>
      <dgm:spPr/>
      <dgm:t>
        <a:bodyPr/>
        <a:lstStyle/>
        <a:p>
          <a:endParaRPr lang="en-US"/>
        </a:p>
      </dgm:t>
    </dgm:pt>
    <dgm:pt modelId="{34864EDF-214D-496B-A6D6-54942F578F0D}">
      <dgm:prSet custT="1"/>
      <dgm:spPr/>
      <dgm:t>
        <a:bodyPr/>
        <a:lstStyle/>
        <a:p>
          <a:pPr algn="ctr"/>
          <a:r>
            <a:rPr lang="en-US" sz="1600" dirty="0" smtClean="0"/>
            <a:t>Start working on real time projects with all the knowledge gained from the courses and training classes.</a:t>
          </a:r>
          <a:endParaRPr lang="en-US" sz="1600" dirty="0"/>
        </a:p>
      </dgm:t>
    </dgm:pt>
    <dgm:pt modelId="{F6F2D183-6753-413E-8F0A-C9BCBAC3FB48}" type="parTrans" cxnId="{A8244087-7F13-4558-94D8-12C5CD79F677}">
      <dgm:prSet/>
      <dgm:spPr/>
      <dgm:t>
        <a:bodyPr/>
        <a:lstStyle/>
        <a:p>
          <a:endParaRPr lang="en-US"/>
        </a:p>
      </dgm:t>
    </dgm:pt>
    <dgm:pt modelId="{64E0F8A1-BA5F-4F1F-9137-E0A3EFAFB1C2}" type="sibTrans" cxnId="{A8244087-7F13-4558-94D8-12C5CD79F677}">
      <dgm:prSet/>
      <dgm:spPr/>
      <dgm:t>
        <a:bodyPr/>
        <a:lstStyle/>
        <a:p>
          <a:endParaRPr lang="en-US"/>
        </a:p>
      </dgm:t>
    </dgm:pt>
    <dgm:pt modelId="{A6BCDA7B-D633-438F-B44D-CB4D60E5C492}" type="pres">
      <dgm:prSet presAssocID="{5751524B-FB67-4894-A0C5-35151E149D68}" presName="Name0" presStyleCnt="0">
        <dgm:presLayoutVars>
          <dgm:chMax val="7"/>
          <dgm:chPref val="5"/>
          <dgm:dir/>
          <dgm:animOne val="branch"/>
          <dgm:animLvl val="lvl"/>
        </dgm:presLayoutVars>
      </dgm:prSet>
      <dgm:spPr/>
      <dgm:t>
        <a:bodyPr/>
        <a:lstStyle/>
        <a:p>
          <a:endParaRPr lang="en-US"/>
        </a:p>
      </dgm:t>
    </dgm:pt>
    <dgm:pt modelId="{0EA92EC0-9C6F-4663-B822-B1E8E3DCB13B}" type="pres">
      <dgm:prSet presAssocID="{65C051F6-A849-4495-A964-CD4C650B9C06}" presName="ChildAccent5" presStyleCnt="0"/>
      <dgm:spPr/>
    </dgm:pt>
    <dgm:pt modelId="{8CAE5A4D-0C7B-48A6-917B-0B8433D0574B}" type="pres">
      <dgm:prSet presAssocID="{65C051F6-A849-4495-A964-CD4C650B9C06}" presName="ChildAccent" presStyleLbl="alignImgPlace1" presStyleIdx="0" presStyleCnt="5"/>
      <dgm:spPr/>
      <dgm:t>
        <a:bodyPr/>
        <a:lstStyle/>
        <a:p>
          <a:endParaRPr lang="en-US"/>
        </a:p>
      </dgm:t>
    </dgm:pt>
    <dgm:pt modelId="{928B615F-0F8D-4140-A638-0FBB8F5BF1E9}" type="pres">
      <dgm:prSet presAssocID="{65C051F6-A849-4495-A964-CD4C650B9C06}" presName="Child5" presStyleLbl="revTx" presStyleIdx="0" presStyleCnt="0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C73DE52A-2F45-45E6-AD0E-D5BEAF609F8E}" type="pres">
      <dgm:prSet presAssocID="{65C051F6-A849-4495-A964-CD4C650B9C06}" presName="Parent5" presStyleLbl="node1" presStyleIdx="0" presStyleCnt="5">
        <dgm:presLayoutVars>
          <dgm:chMax val="2"/>
          <dgm:chPref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A3B7F60-AEEC-41A8-8A2C-D3679EFCD073}" type="pres">
      <dgm:prSet presAssocID="{5E92505A-51E0-4F78-B3C5-704ACF8710DE}" presName="ChildAccent4" presStyleCnt="0"/>
      <dgm:spPr/>
    </dgm:pt>
    <dgm:pt modelId="{FC0F1314-3294-4A8C-8DCE-EB53E236164C}" type="pres">
      <dgm:prSet presAssocID="{5E92505A-51E0-4F78-B3C5-704ACF8710DE}" presName="ChildAccent" presStyleLbl="alignImgPlace1" presStyleIdx="1" presStyleCnt="5"/>
      <dgm:spPr/>
      <dgm:t>
        <a:bodyPr/>
        <a:lstStyle/>
        <a:p>
          <a:endParaRPr lang="en-US"/>
        </a:p>
      </dgm:t>
    </dgm:pt>
    <dgm:pt modelId="{98225A61-A0EC-450A-BED8-EF2E47E8FD18}" type="pres">
      <dgm:prSet presAssocID="{5E92505A-51E0-4F78-B3C5-704ACF8710DE}" presName="Child4" presStyleLbl="revTx" presStyleIdx="0" presStyleCnt="0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AAD338D-3122-4454-9A67-16BE024D44E3}" type="pres">
      <dgm:prSet presAssocID="{5E92505A-51E0-4F78-B3C5-704ACF8710DE}" presName="Parent4" presStyleLbl="node1" presStyleIdx="1" presStyleCnt="5">
        <dgm:presLayoutVars>
          <dgm:chMax val="2"/>
          <dgm:chPref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96AFCF47-32CA-4C44-9E3C-782007B7112E}" type="pres">
      <dgm:prSet presAssocID="{A59EC69B-8F3F-425B-819F-E8C557946AEE}" presName="ChildAccent3" presStyleCnt="0"/>
      <dgm:spPr/>
      <dgm:t>
        <a:bodyPr/>
        <a:lstStyle/>
        <a:p>
          <a:endParaRPr lang="en-US"/>
        </a:p>
      </dgm:t>
    </dgm:pt>
    <dgm:pt modelId="{2532504F-5FE1-4C97-B485-F05E8885EACC}" type="pres">
      <dgm:prSet presAssocID="{A59EC69B-8F3F-425B-819F-E8C557946AEE}" presName="ChildAccent" presStyleLbl="alignImgPlace1" presStyleIdx="2" presStyleCnt="5"/>
      <dgm:spPr/>
      <dgm:t>
        <a:bodyPr/>
        <a:lstStyle/>
        <a:p>
          <a:endParaRPr lang="en-US"/>
        </a:p>
      </dgm:t>
    </dgm:pt>
    <dgm:pt modelId="{0D08ED52-6744-4369-B780-916B09984775}" type="pres">
      <dgm:prSet presAssocID="{A59EC69B-8F3F-425B-819F-E8C557946AEE}" presName="Child3" presStyleLbl="revTx" presStyleIdx="0" presStyleCnt="0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C66D42D-7E6D-4563-AFDC-369C30B73F70}" type="pres">
      <dgm:prSet presAssocID="{A59EC69B-8F3F-425B-819F-E8C557946AEE}" presName="Parent3" presStyleLbl="node1" presStyleIdx="2" presStyleCnt="5">
        <dgm:presLayoutVars>
          <dgm:chMax val="2"/>
          <dgm:chPref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C1269CE6-C767-48CC-AAFD-A238D1FFDABA}" type="pres">
      <dgm:prSet presAssocID="{7B3055AA-BF7C-46D0-9A9E-60087B9F57B4}" presName="ChildAccent2" presStyleCnt="0"/>
      <dgm:spPr/>
      <dgm:t>
        <a:bodyPr/>
        <a:lstStyle/>
        <a:p>
          <a:endParaRPr lang="en-US"/>
        </a:p>
      </dgm:t>
    </dgm:pt>
    <dgm:pt modelId="{06F8D57B-EDF4-4CF4-8700-DC2CA3E3028E}" type="pres">
      <dgm:prSet presAssocID="{7B3055AA-BF7C-46D0-9A9E-60087B9F57B4}" presName="ChildAccent" presStyleLbl="alignImgPlace1" presStyleIdx="3" presStyleCnt="5"/>
      <dgm:spPr/>
      <dgm:t>
        <a:bodyPr/>
        <a:lstStyle/>
        <a:p>
          <a:endParaRPr lang="en-US"/>
        </a:p>
      </dgm:t>
    </dgm:pt>
    <dgm:pt modelId="{6BCCFBA6-7A43-4631-AD7F-AFB10E1E6CD7}" type="pres">
      <dgm:prSet presAssocID="{7B3055AA-BF7C-46D0-9A9E-60087B9F57B4}" presName="Child2" presStyleLbl="revTx" presStyleIdx="0" presStyleCnt="0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00BB3360-A9BB-4051-A4B1-1216F82F642C}" type="pres">
      <dgm:prSet presAssocID="{7B3055AA-BF7C-46D0-9A9E-60087B9F57B4}" presName="Parent2" presStyleLbl="node1" presStyleIdx="3" presStyleCnt="5">
        <dgm:presLayoutVars>
          <dgm:chMax val="2"/>
          <dgm:chPref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7305DF14-0FF5-45E4-8B19-015814092DBD}" type="pres">
      <dgm:prSet presAssocID="{988D96B0-D16E-4763-B393-84178CF4FF50}" presName="ChildAccent1" presStyleCnt="0"/>
      <dgm:spPr/>
      <dgm:t>
        <a:bodyPr/>
        <a:lstStyle/>
        <a:p>
          <a:endParaRPr lang="en-US"/>
        </a:p>
      </dgm:t>
    </dgm:pt>
    <dgm:pt modelId="{A134CDD1-D85F-44EF-8BEE-9F99A855C1E6}" type="pres">
      <dgm:prSet presAssocID="{988D96B0-D16E-4763-B393-84178CF4FF50}" presName="ChildAccent" presStyleLbl="alignImgPlace1" presStyleIdx="4" presStyleCnt="5"/>
      <dgm:spPr/>
      <dgm:t>
        <a:bodyPr/>
        <a:lstStyle/>
        <a:p>
          <a:endParaRPr lang="en-US"/>
        </a:p>
      </dgm:t>
    </dgm:pt>
    <dgm:pt modelId="{1C91D7E3-8940-4A33-9182-677DD5415901}" type="pres">
      <dgm:prSet presAssocID="{988D96B0-D16E-4763-B393-84178CF4FF50}" presName="Child1" presStyleLbl="revTx" presStyleIdx="0" presStyleCnt="0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5257024-FAC0-4522-B139-1CC85B547BE8}" type="pres">
      <dgm:prSet presAssocID="{988D96B0-D16E-4763-B393-84178CF4FF50}" presName="Parent1" presStyleLbl="node1" presStyleIdx="4" presStyleCnt="5">
        <dgm:presLayoutVars>
          <dgm:chMax val="2"/>
          <dgm:chPref val="1"/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99093C34-8654-43E2-A545-7BEF0DF67574}" type="presOf" srcId="{988D96B0-D16E-4763-B393-84178CF4FF50}" destId="{65257024-FAC0-4522-B139-1CC85B547BE8}" srcOrd="0" destOrd="0" presId="urn:microsoft.com/office/officeart/2011/layout/InterconnectedBlockProcess"/>
    <dgm:cxn modelId="{27611794-B6EF-4593-A560-02BF7692DC5A}" srcId="{7B3055AA-BF7C-46D0-9A9E-60087B9F57B4}" destId="{9FED87C4-3F3B-4A18-9185-9F80CFEDEA2E}" srcOrd="0" destOrd="0" parTransId="{669F5586-1E47-4A85-AA72-0E435BABD665}" sibTransId="{AD0D1882-5210-4A49-9875-4AAC43595580}"/>
    <dgm:cxn modelId="{192050F7-6DC5-4CCF-839A-A872C23E9381}" type="presOf" srcId="{34864EDF-214D-496B-A6D6-54942F578F0D}" destId="{8CAE5A4D-0C7B-48A6-917B-0B8433D0574B}" srcOrd="0" destOrd="0" presId="urn:microsoft.com/office/officeart/2011/layout/InterconnectedBlockProcess"/>
    <dgm:cxn modelId="{D82359D0-A0FE-4655-A218-0223B69F967C}" type="presOf" srcId="{7B3055AA-BF7C-46D0-9A9E-60087B9F57B4}" destId="{00BB3360-A9BB-4051-A4B1-1216F82F642C}" srcOrd="0" destOrd="0" presId="urn:microsoft.com/office/officeart/2011/layout/InterconnectedBlockProcess"/>
    <dgm:cxn modelId="{6C7D4BBB-EED6-4011-9FBC-87F683D5B245}" srcId="{5751524B-FB67-4894-A0C5-35151E149D68}" destId="{7B3055AA-BF7C-46D0-9A9E-60087B9F57B4}" srcOrd="1" destOrd="0" parTransId="{F772EF41-D2BB-4368-8327-B4E332165F48}" sibTransId="{B81593E2-4CAC-4783-8D2D-E9DDD236A942}"/>
    <dgm:cxn modelId="{AF4CBF88-2896-44E9-8345-3C1617056BD3}" type="presOf" srcId="{752B307F-C8E5-41FD-BB46-B8BF16D28037}" destId="{FC0F1314-3294-4A8C-8DCE-EB53E236164C}" srcOrd="0" destOrd="0" presId="urn:microsoft.com/office/officeart/2011/layout/InterconnectedBlockProcess"/>
    <dgm:cxn modelId="{521FD508-C5FD-4804-AFDC-D1FF9945B211}" srcId="{5751524B-FB67-4894-A0C5-35151E149D68}" destId="{65C051F6-A849-4495-A964-CD4C650B9C06}" srcOrd="4" destOrd="0" parTransId="{C24738E5-1547-4D8D-A2CE-64D703ECDF78}" sibTransId="{196A2EB9-DD96-4630-B699-7AF000340374}"/>
    <dgm:cxn modelId="{8CB593F6-6C5D-4606-B959-3E27F9872EC1}" srcId="{5751524B-FB67-4894-A0C5-35151E149D68}" destId="{988D96B0-D16E-4763-B393-84178CF4FF50}" srcOrd="0" destOrd="0" parTransId="{080A6B9D-C27D-4227-AC65-3C97878D78C4}" sibTransId="{19B27CEC-4BAD-44A7-A9A7-B7A8B23ADCFD}"/>
    <dgm:cxn modelId="{A123AD69-37E1-4FA4-95F0-34859CC6D639}" type="presOf" srcId="{34864EDF-214D-496B-A6D6-54942F578F0D}" destId="{928B615F-0F8D-4140-A638-0FBB8F5BF1E9}" srcOrd="1" destOrd="0" presId="urn:microsoft.com/office/officeart/2011/layout/InterconnectedBlockProcess"/>
    <dgm:cxn modelId="{E009C9BD-44EB-46F5-9193-D13183841FBC}" type="presOf" srcId="{73DB572E-062D-41AD-8033-D361B8E583DB}" destId="{0D08ED52-6744-4369-B780-916B09984775}" srcOrd="1" destOrd="0" presId="urn:microsoft.com/office/officeart/2011/layout/InterconnectedBlockProcess"/>
    <dgm:cxn modelId="{005EDC17-F65F-4FC2-A25D-5654825AE4EF}" type="presOf" srcId="{73DB572E-062D-41AD-8033-D361B8E583DB}" destId="{2532504F-5FE1-4C97-B485-F05E8885EACC}" srcOrd="0" destOrd="0" presId="urn:microsoft.com/office/officeart/2011/layout/InterconnectedBlockProcess"/>
    <dgm:cxn modelId="{D1BA1DD0-A52A-47BF-962D-9810C87E1576}" srcId="{5751524B-FB67-4894-A0C5-35151E149D68}" destId="{A59EC69B-8F3F-425B-819F-E8C557946AEE}" srcOrd="2" destOrd="0" parTransId="{0095C3CB-916F-4060-A8DA-DD282FB51587}" sibTransId="{2868AD8D-4E38-46CE-A972-709857BF40AC}"/>
    <dgm:cxn modelId="{EDF1D64E-25AC-486E-855D-5DC0CFE98BD5}" srcId="{5E92505A-51E0-4F78-B3C5-704ACF8710DE}" destId="{752B307F-C8E5-41FD-BB46-B8BF16D28037}" srcOrd="0" destOrd="0" parTransId="{302F0961-E8EB-45F1-B603-FCFD2EB03303}" sibTransId="{9CAC24CB-1527-44B8-AABB-C486621DBBE6}"/>
    <dgm:cxn modelId="{3586D0EB-1329-4ADD-8CD9-C568A5DFD7B5}" type="presOf" srcId="{752B307F-C8E5-41FD-BB46-B8BF16D28037}" destId="{98225A61-A0EC-450A-BED8-EF2E47E8FD18}" srcOrd="1" destOrd="0" presId="urn:microsoft.com/office/officeart/2011/layout/InterconnectedBlockProcess"/>
    <dgm:cxn modelId="{DB3A7264-1D55-43AE-898C-D9F6A618B31B}" type="presOf" srcId="{A59EC69B-8F3F-425B-819F-E8C557946AEE}" destId="{4C66D42D-7E6D-4563-AFDC-369C30B73F70}" srcOrd="0" destOrd="0" presId="urn:microsoft.com/office/officeart/2011/layout/InterconnectedBlockProcess"/>
    <dgm:cxn modelId="{0BC56C68-6E29-458F-ADAE-6255F1044304}" type="presOf" srcId="{5E92505A-51E0-4F78-B3C5-704ACF8710DE}" destId="{2AAD338D-3122-4454-9A67-16BE024D44E3}" srcOrd="0" destOrd="0" presId="urn:microsoft.com/office/officeart/2011/layout/InterconnectedBlockProcess"/>
    <dgm:cxn modelId="{4966DBCE-60B2-4B60-AAF8-62F95AF01A9A}" type="presOf" srcId="{9FED87C4-3F3B-4A18-9185-9F80CFEDEA2E}" destId="{06F8D57B-EDF4-4CF4-8700-DC2CA3E3028E}" srcOrd="0" destOrd="0" presId="urn:microsoft.com/office/officeart/2011/layout/InterconnectedBlockProcess"/>
    <dgm:cxn modelId="{AEE28BEF-3F73-41A5-9307-D42A450FCA17}" srcId="{988D96B0-D16E-4763-B393-84178CF4FF50}" destId="{D471E45F-B026-44AA-9616-57E786AE80AF}" srcOrd="0" destOrd="0" parTransId="{326A986D-69A4-4AC0-AD9B-462FFC9C3F18}" sibTransId="{304E70AD-39C7-4C28-BF7B-6EE91BAE97B7}"/>
    <dgm:cxn modelId="{DA8CD5E8-B2EE-41E4-8EC6-CFB41D688F68}" srcId="{5751524B-FB67-4894-A0C5-35151E149D68}" destId="{5E92505A-51E0-4F78-B3C5-704ACF8710DE}" srcOrd="3" destOrd="0" parTransId="{765B1266-7CE2-4F9C-AE38-D97DFBC1B151}" sibTransId="{5E9E6A6F-635A-4791-A107-01E95B62EA08}"/>
    <dgm:cxn modelId="{9B9346C9-E725-4B58-87A2-67F975B66472}" type="presOf" srcId="{5751524B-FB67-4894-A0C5-35151E149D68}" destId="{A6BCDA7B-D633-438F-B44D-CB4D60E5C492}" srcOrd="0" destOrd="0" presId="urn:microsoft.com/office/officeart/2011/layout/InterconnectedBlockProcess"/>
    <dgm:cxn modelId="{A8244087-7F13-4558-94D8-12C5CD79F677}" srcId="{65C051F6-A849-4495-A964-CD4C650B9C06}" destId="{34864EDF-214D-496B-A6D6-54942F578F0D}" srcOrd="0" destOrd="0" parTransId="{F6F2D183-6753-413E-8F0A-C9BCBAC3FB48}" sibTransId="{64E0F8A1-BA5F-4F1F-9137-E0A3EFAFB1C2}"/>
    <dgm:cxn modelId="{4F67F133-47F5-4D5D-BD44-763A11D2104F}" type="presOf" srcId="{D471E45F-B026-44AA-9616-57E786AE80AF}" destId="{A134CDD1-D85F-44EF-8BEE-9F99A855C1E6}" srcOrd="0" destOrd="0" presId="urn:microsoft.com/office/officeart/2011/layout/InterconnectedBlockProcess"/>
    <dgm:cxn modelId="{6819D764-5F0E-484D-A60C-F495713E969C}" type="presOf" srcId="{65C051F6-A849-4495-A964-CD4C650B9C06}" destId="{C73DE52A-2F45-45E6-AD0E-D5BEAF609F8E}" srcOrd="0" destOrd="0" presId="urn:microsoft.com/office/officeart/2011/layout/InterconnectedBlockProcess"/>
    <dgm:cxn modelId="{7DD5D979-BD2E-42EA-976D-3C9E6DA3CE29}" type="presOf" srcId="{9FED87C4-3F3B-4A18-9185-9F80CFEDEA2E}" destId="{6BCCFBA6-7A43-4631-AD7F-AFB10E1E6CD7}" srcOrd="1" destOrd="0" presId="urn:microsoft.com/office/officeart/2011/layout/InterconnectedBlockProcess"/>
    <dgm:cxn modelId="{AA17007A-110D-43AE-B6F2-DF2DF885F2E2}" srcId="{A59EC69B-8F3F-425B-819F-E8C557946AEE}" destId="{73DB572E-062D-41AD-8033-D361B8E583DB}" srcOrd="0" destOrd="0" parTransId="{75D01B62-D132-48B8-9D06-D0A551A21107}" sibTransId="{98BDB650-3386-4D3D-8E80-609010499291}"/>
    <dgm:cxn modelId="{71C57173-0276-480B-B4BB-5C8AAE7A95F3}" type="presOf" srcId="{D471E45F-B026-44AA-9616-57E786AE80AF}" destId="{1C91D7E3-8940-4A33-9182-677DD5415901}" srcOrd="1" destOrd="0" presId="urn:microsoft.com/office/officeart/2011/layout/InterconnectedBlockProcess"/>
    <dgm:cxn modelId="{90BC3AAE-C1D0-4665-B6F8-9372D324B65F}" type="presParOf" srcId="{A6BCDA7B-D633-438F-B44D-CB4D60E5C492}" destId="{0EA92EC0-9C6F-4663-B822-B1E8E3DCB13B}" srcOrd="0" destOrd="0" presId="urn:microsoft.com/office/officeart/2011/layout/InterconnectedBlockProcess"/>
    <dgm:cxn modelId="{986A0E74-ADDB-4597-A156-8CE6219CC082}" type="presParOf" srcId="{0EA92EC0-9C6F-4663-B822-B1E8E3DCB13B}" destId="{8CAE5A4D-0C7B-48A6-917B-0B8433D0574B}" srcOrd="0" destOrd="0" presId="urn:microsoft.com/office/officeart/2011/layout/InterconnectedBlockProcess"/>
    <dgm:cxn modelId="{403C53A4-C2FC-483E-9E55-D86D27F18173}" type="presParOf" srcId="{A6BCDA7B-D633-438F-B44D-CB4D60E5C492}" destId="{928B615F-0F8D-4140-A638-0FBB8F5BF1E9}" srcOrd="1" destOrd="0" presId="urn:microsoft.com/office/officeart/2011/layout/InterconnectedBlockProcess"/>
    <dgm:cxn modelId="{67E89A1D-EE45-4C4E-AD53-560F6498EF6D}" type="presParOf" srcId="{A6BCDA7B-D633-438F-B44D-CB4D60E5C492}" destId="{C73DE52A-2F45-45E6-AD0E-D5BEAF609F8E}" srcOrd="2" destOrd="0" presId="urn:microsoft.com/office/officeart/2011/layout/InterconnectedBlockProcess"/>
    <dgm:cxn modelId="{5102DF86-18CA-4449-A22A-4CD268255964}" type="presParOf" srcId="{A6BCDA7B-D633-438F-B44D-CB4D60E5C492}" destId="{EA3B7F60-AEEC-41A8-8A2C-D3679EFCD073}" srcOrd="3" destOrd="0" presId="urn:microsoft.com/office/officeart/2011/layout/InterconnectedBlockProcess"/>
    <dgm:cxn modelId="{8CEECD3B-7251-47CB-B61D-73D4767FA5E6}" type="presParOf" srcId="{EA3B7F60-AEEC-41A8-8A2C-D3679EFCD073}" destId="{FC0F1314-3294-4A8C-8DCE-EB53E236164C}" srcOrd="0" destOrd="0" presId="urn:microsoft.com/office/officeart/2011/layout/InterconnectedBlockProcess"/>
    <dgm:cxn modelId="{DE46FCB3-D9FB-440E-AD85-DD270E10ACC9}" type="presParOf" srcId="{A6BCDA7B-D633-438F-B44D-CB4D60E5C492}" destId="{98225A61-A0EC-450A-BED8-EF2E47E8FD18}" srcOrd="4" destOrd="0" presId="urn:microsoft.com/office/officeart/2011/layout/InterconnectedBlockProcess"/>
    <dgm:cxn modelId="{8D317A39-DF86-4E64-AF05-AB56B9A04311}" type="presParOf" srcId="{A6BCDA7B-D633-438F-B44D-CB4D60E5C492}" destId="{2AAD338D-3122-4454-9A67-16BE024D44E3}" srcOrd="5" destOrd="0" presId="urn:microsoft.com/office/officeart/2011/layout/InterconnectedBlockProcess"/>
    <dgm:cxn modelId="{AE35CC61-0D97-453F-A640-64075EFDC2DD}" type="presParOf" srcId="{A6BCDA7B-D633-438F-B44D-CB4D60E5C492}" destId="{96AFCF47-32CA-4C44-9E3C-782007B7112E}" srcOrd="6" destOrd="0" presId="urn:microsoft.com/office/officeart/2011/layout/InterconnectedBlockProcess"/>
    <dgm:cxn modelId="{7CC14CFA-D379-4977-A991-3C61CF558E14}" type="presParOf" srcId="{96AFCF47-32CA-4C44-9E3C-782007B7112E}" destId="{2532504F-5FE1-4C97-B485-F05E8885EACC}" srcOrd="0" destOrd="0" presId="urn:microsoft.com/office/officeart/2011/layout/InterconnectedBlockProcess"/>
    <dgm:cxn modelId="{A5A73CBA-469B-4903-8C31-8974533D3D75}" type="presParOf" srcId="{A6BCDA7B-D633-438F-B44D-CB4D60E5C492}" destId="{0D08ED52-6744-4369-B780-916B09984775}" srcOrd="7" destOrd="0" presId="urn:microsoft.com/office/officeart/2011/layout/InterconnectedBlockProcess"/>
    <dgm:cxn modelId="{C03D4732-D5CA-4C32-B24B-E0BDD24D20CA}" type="presParOf" srcId="{A6BCDA7B-D633-438F-B44D-CB4D60E5C492}" destId="{4C66D42D-7E6D-4563-AFDC-369C30B73F70}" srcOrd="8" destOrd="0" presId="urn:microsoft.com/office/officeart/2011/layout/InterconnectedBlockProcess"/>
    <dgm:cxn modelId="{F131E36B-DACF-43DC-88A2-479BD43E93A6}" type="presParOf" srcId="{A6BCDA7B-D633-438F-B44D-CB4D60E5C492}" destId="{C1269CE6-C767-48CC-AAFD-A238D1FFDABA}" srcOrd="9" destOrd="0" presId="urn:microsoft.com/office/officeart/2011/layout/InterconnectedBlockProcess"/>
    <dgm:cxn modelId="{69645AEF-147C-44F0-B058-4717B072B05E}" type="presParOf" srcId="{C1269CE6-C767-48CC-AAFD-A238D1FFDABA}" destId="{06F8D57B-EDF4-4CF4-8700-DC2CA3E3028E}" srcOrd="0" destOrd="0" presId="urn:microsoft.com/office/officeart/2011/layout/InterconnectedBlockProcess"/>
    <dgm:cxn modelId="{BE7B3DC7-A930-4379-B26C-F1F5D95050B5}" type="presParOf" srcId="{A6BCDA7B-D633-438F-B44D-CB4D60E5C492}" destId="{6BCCFBA6-7A43-4631-AD7F-AFB10E1E6CD7}" srcOrd="10" destOrd="0" presId="urn:microsoft.com/office/officeart/2011/layout/InterconnectedBlockProcess"/>
    <dgm:cxn modelId="{4C73AFF3-9520-4A30-AFD4-0BC87BDBAD19}" type="presParOf" srcId="{A6BCDA7B-D633-438F-B44D-CB4D60E5C492}" destId="{00BB3360-A9BB-4051-A4B1-1216F82F642C}" srcOrd="11" destOrd="0" presId="urn:microsoft.com/office/officeart/2011/layout/InterconnectedBlockProcess"/>
    <dgm:cxn modelId="{4461823B-200B-48E3-9D33-EA41B219B07E}" type="presParOf" srcId="{A6BCDA7B-D633-438F-B44D-CB4D60E5C492}" destId="{7305DF14-0FF5-45E4-8B19-015814092DBD}" srcOrd="12" destOrd="0" presId="urn:microsoft.com/office/officeart/2011/layout/InterconnectedBlockProcess"/>
    <dgm:cxn modelId="{0BA6595F-3977-4C1B-BBBF-0F2B76A06B0C}" type="presParOf" srcId="{7305DF14-0FF5-45E4-8B19-015814092DBD}" destId="{A134CDD1-D85F-44EF-8BEE-9F99A855C1E6}" srcOrd="0" destOrd="0" presId="urn:microsoft.com/office/officeart/2011/layout/InterconnectedBlockProcess"/>
    <dgm:cxn modelId="{9220BBDD-6987-46C0-8166-71A6057FCF82}" type="presParOf" srcId="{A6BCDA7B-D633-438F-B44D-CB4D60E5C492}" destId="{1C91D7E3-8940-4A33-9182-677DD5415901}" srcOrd="13" destOrd="0" presId="urn:microsoft.com/office/officeart/2011/layout/InterconnectedBlockProcess"/>
    <dgm:cxn modelId="{E96E54F4-B036-48EE-9DAE-91A26A83E0EC}" type="presParOf" srcId="{A6BCDA7B-D633-438F-B44D-CB4D60E5C492}" destId="{65257024-FAC0-4522-B139-1CC85B547BE8}" srcOrd="14" destOrd="0" presId="urn:microsoft.com/office/officeart/2011/layout/InterconnectedBlockProcess"/>
  </dgm:cxnLst>
  <dgm:bg/>
  <dgm:whole/>
</dgm:dataModel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1/layout/InterconnectedBlockProcess">
  <dgm:title val="Interconnected Block Process"/>
  <dgm:desc val="Use to show sequential steps in a process. Works best with small amounts of Level 1 text and medium amounts of Level 2 text."/>
  <dgm:catLst>
    <dgm:cat type="process" pri="5500"/>
    <dgm:cat type="officeonline" pri="3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  <dgm:pt modelId="40">
          <dgm:prSet phldr="1"/>
        </dgm:pt>
        <dgm:pt modelId="4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2" destOrd="0"/>
        <dgm:cxn modelId="32" srcId="30" destId="31" srcOrd="0" destOrd="0"/>
        <dgm:cxn modelId="70" srcId="0" destId="40" srcOrd="2" destOrd="0"/>
        <dgm:cxn modelId="42" srcId="40" destId="41" srcOrd="0" destOrd="0"/>
      </dgm:cxnLst>
      <dgm:bg/>
      <dgm:whole/>
    </dgm:dataModel>
  </dgm:clrData>
  <dgm:layoutNode name="Name0">
    <dgm:varLst>
      <dgm:chMax val="7"/>
      <dgm:chPref val="5"/>
      <dgm:dir/>
      <dgm:animOne val="branch"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4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Accent1" refType="w" fact="0"/>
              <dgm:constr type="t" for="ch" forName="ChildAccent1" refType="h" fact="0.1429"/>
              <dgm:constr type="w" for="ch" forName="ChildAccent1" refType="w"/>
              <dgm:constr type="h" for="ch" forName="ChildAccent1" refType="h" fact="0.8571"/>
              <dgm:constr type="l" for="ch" forName="Child1" refType="w" fact="0.127"/>
              <dgm:constr type="t" for="ch" forName="Child1" refType="h" fact="0.1429"/>
              <dgm:constr type="w" for="ch" forName="Child1" refType="w" fact="0.873"/>
              <dgm:constr type="h" for="ch" forName="Child1" refType="h" fact="0.8571"/>
              <dgm:constr type="l" for="ch" forName="Parent1" refType="w" fact="0"/>
              <dgm:constr type="t" for="ch" forName="Parent1" refType="h" fact="0"/>
              <dgm:constr type="w" for="ch" forName="Parent1" refType="w"/>
              <dgm:constr type="h" for="ch" forName="Parent1" refType="h" fact="0.1429"/>
            </dgm:constrLst>
          </dgm:if>
          <dgm:if name="Name5" axis="ch" ptType="node" func="cnt" op="equ" val="2">
            <dgm:alg type="composite">
              <dgm:param type="ar" val="0.812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ChildAccent1" refType="w" fact="0"/>
              <dgm:constr type="t" for="ch" forName="ChildAccent1" refType="h" fact="0.1613"/>
              <dgm:constr type="w" for="ch" forName="ChildAccent1" refType="w" fact="0.5"/>
              <dgm:constr type="h" for="ch" forName="ChildAccent1" refType="h" fact="0.7742"/>
              <dgm:constr type="l" for="ch" forName="Child1" refType="w" fact="0.0635"/>
              <dgm:constr type="t" for="ch" forName="Child1" refType="h" fact="0.1613"/>
              <dgm:constr type="w" for="ch" forName="Child1" refType="w" fact="0.4365"/>
              <dgm:constr type="h" for="ch" forName="Child1" refType="h" fact="0.7742"/>
              <dgm:constr type="l" for="ch" forName="Parent1" refType="w" fact="0"/>
              <dgm:constr type="t" for="ch" forName="Parent1" refType="h" fact="0.0323"/>
              <dgm:constr type="w" for="ch" forName="Parent1" refType="w" fact="0.5"/>
              <dgm:constr type="h" for="ch" forName="Parent1" refType="h" fact="0.129"/>
              <dgm:constr type="l" for="ch" forName="ChildAccent2" refType="w" fact="0.5"/>
              <dgm:constr type="t" for="ch" forName="ChildAccent2" refType="h" fact="0.1613"/>
              <dgm:constr type="w" for="ch" forName="ChildAccent2" refType="w" fact="0.5"/>
              <dgm:constr type="h" for="ch" forName="ChildAccent2" refType="h" fact="0.8387"/>
              <dgm:constr type="l" for="ch" forName="Child2" refType="w" fact="0.5635"/>
              <dgm:constr type="t" for="ch" forName="Child2" refType="h" fact="0.1613"/>
              <dgm:constr type="w" for="ch" forName="Child2" refType="w" fact="0.4365"/>
              <dgm:constr type="h" for="ch" forName="Child2" refType="h" fact="0.8387"/>
              <dgm:constr type="l" for="ch" forName="Parent2" refType="w" fact="0.5"/>
              <dgm:constr type="t" for="ch" forName="Parent2" refType="h" fact="0"/>
              <dgm:constr type="w" for="ch" forName="Parent2" refType="w" fact="0.5"/>
              <dgm:constr type="h" for="ch" forName="Parent2" refType="h" fact="0.1613"/>
            </dgm:constrLst>
          </dgm:if>
          <dgm:if name="Name6" axis="ch" ptType="node" func="cnt" op="equ" val="3">
            <dgm:alg type="composite">
              <dgm:param type="ar" val="1.112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ChildAccent1" refType="w" fact="0"/>
              <dgm:constr type="t" for="ch" forName="ChildAccent1" refType="h" fact="0.1757"/>
              <dgm:constr type="w" for="ch" forName="ChildAccent1" refType="w" fact="0.3333"/>
              <dgm:constr type="h" for="ch" forName="ChildAccent1" refType="h" fact="0.7066"/>
              <dgm:constr type="l" for="ch" forName="Child1" refType="w" fact="0.0423"/>
              <dgm:constr type="t" for="ch" forName="Child1" refType="h" fact="0.1757"/>
              <dgm:constr type="w" for="ch" forName="Child1" refType="w" fact="0.291"/>
              <dgm:constr type="h" for="ch" forName="Child1" refType="h" fact="0.7066"/>
              <dgm:constr type="l" for="ch" forName="Parent1" refType="w" fact="0"/>
              <dgm:constr type="t" for="ch" forName="Parent1" refType="h" fact="0.0579"/>
              <dgm:constr type="w" for="ch" forName="Parent1" refType="w" fact="0.3333"/>
              <dgm:constr type="h" for="ch" forName="Parent1" refType="h" fact="0.1178"/>
              <dgm:constr type="l" for="ch" forName="ChildAccent2" refType="w" fact="0.3333"/>
              <dgm:constr type="t" for="ch" forName="ChildAccent2" refType="h" fact="0.1757"/>
              <dgm:constr type="w" for="ch" forName="ChildAccent2" refType="w" fact="0.3333"/>
              <dgm:constr type="h" for="ch" forName="ChildAccent2" refType="h" fact="0.7655"/>
              <dgm:constr type="l" for="ch" forName="Child2" refType="w" fact="0.3756"/>
              <dgm:constr type="t" for="ch" forName="Child2" refType="h" fact="0.1757"/>
              <dgm:constr type="w" for="ch" forName="Child2" refType="w" fact="0.291"/>
              <dgm:constr type="h" for="ch" forName="Child2" refType="h" fact="0.7655"/>
              <dgm:constr type="l" for="ch" forName="Parent2" refType="w" fact="0.3333"/>
              <dgm:constr type="t" for="ch" forName="Parent2" refType="h" fact="0.0285"/>
              <dgm:constr type="w" for="ch" forName="Parent2" refType="w" fact="0.3333"/>
              <dgm:constr type="h" for="ch" forName="Parent2" refType="h" fact="0.1472"/>
              <dgm:constr type="l" for="ch" forName="ChildAccent3" refType="w" fact="0.6667"/>
              <dgm:constr type="t" for="ch" forName="ChildAccent3" refType="h" fact="0.1757"/>
              <dgm:constr type="w" for="ch" forName="ChildAccent3" refType="w" fact="0.3333"/>
              <dgm:constr type="h" for="ch" forName="ChildAccent3" refType="h" fact="0.8243"/>
              <dgm:constr type="l" for="ch" forName="Child3" refType="w" fact="0.709"/>
              <dgm:constr type="t" for="ch" forName="Child3" refType="h" fact="0.1757"/>
              <dgm:constr type="w" for="ch" forName="Child3" refType="w" fact="0.291"/>
              <dgm:constr type="h" for="ch" forName="Child3" refType="h" fact="0.8243"/>
              <dgm:constr type="l" for="ch" forName="Parent3" refType="w" fact="0.6667"/>
              <dgm:constr type="t" for="ch" forName="Parent3" refType="h" fact="0"/>
              <dgm:constr type="w" for="ch" forName="Parent3" refType="w" fact="0.3333"/>
              <dgm:constr type="h" for="ch" forName="Parent3" refType="h" fact="0.176"/>
            </dgm:constrLst>
          </dgm:if>
          <dgm:if name="Name7" axis="ch" ptType="node" func="cnt" op="equ" val="4">
            <dgm:alg type="composite">
              <dgm:param type="ar" val="1.3622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ChildAccent1" refType="w" fact="0"/>
              <dgm:constr type="t" for="ch" forName="ChildAccent1" refType="h" fact="0.1892"/>
              <dgm:constr type="w" for="ch" forName="ChildAccent1" refType="w" fact="0.25"/>
              <dgm:constr type="h" for="ch" forName="ChildAccent1" refType="h" fact="0.6486"/>
              <dgm:constr type="l" for="ch" forName="Child1" refType="w" fact="0.0317"/>
              <dgm:constr type="t" for="ch" forName="Child1" refType="h" fact="0.1892"/>
              <dgm:constr type="w" for="ch" forName="Child1" refType="w" fact="0.2183"/>
              <dgm:constr type="h" for="ch" forName="Child1" refType="h" fact="0.6486"/>
              <dgm:constr type="l" for="ch" forName="Parent1" refType="w" fact="0"/>
              <dgm:constr type="t" for="ch" forName="Parent1" refType="h" fact="0.0811"/>
              <dgm:constr type="w" for="ch" forName="Parent1" refType="w" fact="0.25"/>
              <dgm:constr type="h" for="ch" forName="Parent1" refType="h" fact="0.1081"/>
              <dgm:constr type="l" for="ch" forName="ChildAccent2" refType="w" fact="0.25"/>
              <dgm:constr type="t" for="ch" forName="ChildAccent2" refType="h" fact="0.1892"/>
              <dgm:constr type="w" for="ch" forName="ChildAccent2" refType="w" fact="0.25"/>
              <dgm:constr type="h" for="ch" forName="ChildAccent2" refType="h" fact="0.7027"/>
              <dgm:constr type="l" for="ch" forName="Child2" refType="w" fact="0.2817"/>
              <dgm:constr type="t" for="ch" forName="Child2" refType="h" fact="0.1892"/>
              <dgm:constr type="w" for="ch" forName="Child2" refType="w" fact="0.2183"/>
              <dgm:constr type="h" for="ch" forName="Child2" refType="h" fact="0.7027"/>
              <dgm:constr type="l" for="ch" forName="Parent2" refType="w" fact="0.25"/>
              <dgm:constr type="t" for="ch" forName="Parent2" refType="h" fact="0.0541"/>
              <dgm:constr type="w" for="ch" forName="Parent2" refType="w" fact="0.25"/>
              <dgm:constr type="h" for="ch" forName="Parent2" refType="h" fact="0.1351"/>
              <dgm:constr type="l" for="ch" forName="ChildAccent3" refType="w" fact="0.5"/>
              <dgm:constr type="t" for="ch" forName="ChildAccent3" refType="h" fact="0.1892"/>
              <dgm:constr type="w" for="ch" forName="ChildAccent3" refType="w" fact="0.25"/>
              <dgm:constr type="h" for="ch" forName="ChildAccent3" refType="h" fact="0.7568"/>
              <dgm:constr type="l" for="ch" forName="Child3" refType="w" fact="0.5317"/>
              <dgm:constr type="t" for="ch" forName="Child3" refType="h" fact="0.1892"/>
              <dgm:constr type="w" for="ch" forName="Child3" refType="w" fact="0.2183"/>
              <dgm:constr type="h" for="ch" forName="Child3" refType="h" fact="0.7568"/>
              <dgm:constr type="l" for="ch" forName="Parent3" refType="w" fact="0.5"/>
              <dgm:constr type="t" for="ch" forName="Parent3" refType="h" fact="0.0275"/>
              <dgm:constr type="w" for="ch" forName="Parent3" refType="w" fact="0.25"/>
              <dgm:constr type="h" for="ch" forName="Parent3" refType="h" fact="0.1622"/>
              <dgm:constr type="l" for="ch" forName="ChildAccent4" refType="w" fact="0.75"/>
              <dgm:constr type="t" for="ch" forName="ChildAccent4" refType="h" fact="0.1892"/>
              <dgm:constr type="w" for="ch" forName="ChildAccent4" refType="w" fact="0.25"/>
              <dgm:constr type="h" for="ch" forName="ChildAccent4" refType="h" fact="0.8108"/>
              <dgm:constr type="l" for="ch" forName="Child4" refType="w" fact="0.7817"/>
              <dgm:constr type="t" for="ch" forName="Child4" refType="h" fact="0.1892"/>
              <dgm:constr type="w" for="ch" forName="Child4" refType="w" fact="0.2183"/>
              <dgm:constr type="h" for="ch" forName="Child4" refType="h" fact="0.8108"/>
              <dgm:constr type="l" for="ch" forName="Parent4" refType="w" fact="0.75"/>
              <dgm:constr type="t" for="ch" forName="Parent4" refType="h" fact="0"/>
              <dgm:constr type="w" for="ch" forName="Parent4" refType="w" fact="0.25"/>
              <dgm:constr type="h" for="ch" forName="Parent4" refType="h" fact="0.1892"/>
            </dgm:constrLst>
          </dgm:if>
          <dgm:if name="Name8" axis="ch" ptType="node" func="cnt" op="equ" val="5">
            <dgm:alg type="composite">
              <dgm:param type="ar" val="1.5742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ChildAccent1" refType="w" fact="0"/>
              <dgm:constr type="t" for="ch" forName="ChildAccent1" refType="h" fact="0.2"/>
              <dgm:constr type="w" for="ch" forName="ChildAccent1" refType="w" fact="0.2001"/>
              <dgm:constr type="h" for="ch" forName="ChildAccent1" refType="h" fact="0.6"/>
              <dgm:constr type="l" for="ch" forName="Child1" refType="w" fact="0.0254"/>
              <dgm:constr type="t" for="ch" forName="Child1" refType="h" fact="0.2"/>
              <dgm:constr type="w" for="ch" forName="Child1" refType="w" fact="0.1747"/>
              <dgm:constr type="h" for="ch" forName="Child1" refType="h" fact="0.6"/>
              <dgm:constr type="l" for="ch" forName="Parent1" refType="w" fact="0"/>
              <dgm:constr type="t" for="ch" forName="Parent1" refType="h" fact="0.1"/>
              <dgm:constr type="w" for="ch" forName="Parent1" refType="w" fact="0.2001"/>
              <dgm:constr type="h" for="ch" forName="Parent1" refType="h" fact="0.1"/>
              <dgm:constr type="l" for="ch" forName="ChildAccent2" refType="w" fact="0.2001"/>
              <dgm:constr type="t" for="ch" forName="ChildAccent2" refType="h" fact="0.2"/>
              <dgm:constr type="w" for="ch" forName="ChildAccent2" refType="w" fact="0.2001"/>
              <dgm:constr type="h" for="ch" forName="ChildAccent2" refType="h" fact="0.65"/>
              <dgm:constr type="l" for="ch" forName="Child2" refType="w" fact="0.2255"/>
              <dgm:constr type="t" for="ch" forName="Child2" refType="h" fact="0.2"/>
              <dgm:constr type="w" for="ch" forName="Child2" refType="w" fact="0.1747"/>
              <dgm:constr type="h" for="ch" forName="Child2" refType="h" fact="0.65"/>
              <dgm:constr type="l" for="ch" forName="Parent2" refType="w" fact="0.2001"/>
              <dgm:constr type="t" for="ch" forName="Parent2" refType="h" fact="0.075"/>
              <dgm:constr type="w" for="ch" forName="Parent2" refType="w" fact="0.2001"/>
              <dgm:constr type="h" for="ch" forName="Parent2" refType="h" fact="0.125"/>
              <dgm:constr type="l" for="ch" forName="ChildAccent3" refType="w" fact="0.4002"/>
              <dgm:constr type="t" for="ch" forName="ChildAccent3" refType="h" fact="0.2"/>
              <dgm:constr type="w" for="ch" forName="ChildAccent3" refType="w" fact="0.2001"/>
              <dgm:constr type="h" for="ch" forName="ChildAccent3" refType="h" fact="0.7"/>
              <dgm:constr type="l" for="ch" forName="Child3" refType="w" fact="0.4256"/>
              <dgm:constr type="t" for="ch" forName="Child3" refType="h" fact="0.2"/>
              <dgm:constr type="w" for="ch" forName="Child3" refType="w" fact="0.1747"/>
              <dgm:constr type="h" for="ch" forName="Child3" refType="h" fact="0.7"/>
              <dgm:constr type="l" for="ch" forName="Parent3" refType="w" fact="0.4002"/>
              <dgm:constr type="t" for="ch" forName="Parent3" refType="h" fact="0.0508"/>
              <dgm:constr type="w" for="ch" forName="Parent3" refType="w" fact="0.2001"/>
              <dgm:constr type="h" for="ch" forName="Parent3" refType="h" fact="0.15"/>
              <dgm:constr type="l" for="ch" forName="ChildAccent4" refType="w" fact="0.6003"/>
              <dgm:constr type="t" for="ch" forName="ChildAccent4" refType="h" fact="0.2"/>
              <dgm:constr type="w" for="ch" forName="ChildAccent4" refType="w" fact="0.2001"/>
              <dgm:constr type="h" for="ch" forName="ChildAccent4" refType="h" fact="0.75"/>
              <dgm:constr type="l" for="ch" forName="Child4" refType="w" fact="0.6257"/>
              <dgm:constr type="t" for="ch" forName="Child4" refType="h" fact="0.2"/>
              <dgm:constr type="w" for="ch" forName="Child4" refType="w" fact="0.1747"/>
              <dgm:constr type="h" for="ch" forName="Child4" refType="h" fact="0.75"/>
              <dgm:constr type="l" for="ch" forName="Parent4" refType="w" fact="0.6003"/>
              <dgm:constr type="t" for="ch" forName="Parent4" refType="h" fact="0.025"/>
              <dgm:constr type="w" for="ch" forName="Parent4" refType="w" fact="0.2001"/>
              <dgm:constr type="h" for="ch" forName="Parent4" refType="h" fact="0.175"/>
              <dgm:constr type="l" for="ch" forName="ChildAccent5" refType="w" fact="0.7999"/>
              <dgm:constr type="t" for="ch" forName="ChildAccent5" refType="h" fact="0.2"/>
              <dgm:constr type="w" for="ch" forName="ChildAccent5" refType="w" fact="0.2001"/>
              <dgm:constr type="h" for="ch" forName="ChildAccent5" refType="h" fact="0.8"/>
              <dgm:constr type="l" for="ch" forName="Child5" refType="w" fact="0.8253"/>
              <dgm:constr type="t" for="ch" forName="Child5" refType="h" fact="0.2"/>
              <dgm:constr type="w" for="ch" forName="Child5" refType="w" fact="0.1747"/>
              <dgm:constr type="h" for="ch" forName="Child5" refType="h" fact="0.8"/>
              <dgm:constr type="l" for="ch" forName="Parent5" refType="w" fact="0.7999"/>
              <dgm:constr type="t" for="ch" forName="Parent5" refType="h" fact="0"/>
              <dgm:constr type="w" for="ch" forName="Parent5" refType="w" fact="0.2001"/>
              <dgm:constr type="h" for="ch" forName="Parent5" refType="h" fact="0.2"/>
            </dgm:constrLst>
          </dgm:if>
          <dgm:if name="Name9" axis="ch" ptType="node" func="cnt" op="equ" val="6">
            <dgm:alg type="composite">
              <dgm:param type="ar" val="1.756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ChildAccent1" refType="w" fact="0"/>
              <dgm:constr type="t" for="ch" forName="ChildAccent1" refType="h" fact="0.2087"/>
              <dgm:constr type="w" for="ch" forName="ChildAccent1" refType="w" fact="0.167"/>
              <dgm:constr type="h" for="ch" forName="ChildAccent1" refType="h" fact="0.5586"/>
              <dgm:constr type="l" for="ch" forName="Child1" refType="w" fact="0.0212"/>
              <dgm:constr type="t" for="ch" forName="Child1" refType="h" fact="0.2087"/>
              <dgm:constr type="w" for="ch" forName="Child1" refType="w" fact="0.1458"/>
              <dgm:constr type="h" for="ch" forName="Child1" refType="h" fact="0.5586"/>
              <dgm:constr type="l" for="ch" forName="Parent1" refType="w" fact="0"/>
              <dgm:constr type="t" for="ch" forName="Parent1" refType="h" fact="0.1156"/>
              <dgm:constr type="w" for="ch" forName="Parent1" refType="w" fact="0.167"/>
              <dgm:constr type="h" for="ch" forName="Parent1" refType="h" fact="0.0931"/>
              <dgm:constr type="l" for="ch" forName="ChildAccent2" refType="w" fact="0.167"/>
              <dgm:constr type="t" for="ch" forName="ChildAccent2" refType="h" fact="0.2087"/>
              <dgm:constr type="w" for="ch" forName="ChildAccent2" refType="w" fact="0.167"/>
              <dgm:constr type="h" for="ch" forName="ChildAccent2" refType="h" fact="0.6051"/>
              <dgm:constr type="l" for="ch" forName="Child2" refType="w" fact="0.1888"/>
              <dgm:constr type="t" for="ch" forName="Child2" refType="h" fact="0.2087"/>
              <dgm:constr type="w" for="ch" forName="Child2" refType="w" fact="0.1458"/>
              <dgm:constr type="h" for="ch" forName="Child2" refType="h" fact="0.6051"/>
              <dgm:constr type="l" for="ch" forName="Parent2" refType="w" fact="0.167"/>
              <dgm:constr type="t" for="ch" forName="Parent2" refType="h" fact="0.0923"/>
              <dgm:constr type="w" for="ch" forName="Parent2" refType="w" fact="0.167"/>
              <dgm:constr type="h" for="ch" forName="Parent2" refType="h" fact="0.1164"/>
              <dgm:constr type="l" for="ch" forName="ChildAccent3" refType="w" fact="0.3339"/>
              <dgm:constr type="t" for="ch" forName="ChildAccent3" refType="h" fact="0.2087"/>
              <dgm:constr type="w" for="ch" forName="ChildAccent3" refType="w" fact="0.167"/>
              <dgm:constr type="h" for="ch" forName="ChildAccent3" refType="h" fact="0.6517"/>
              <dgm:constr type="l" for="ch" forName="Child3" refType="w" fact="0.3551"/>
              <dgm:constr type="t" for="ch" forName="Child3" refType="h" fact="0.2087"/>
              <dgm:constr type="w" for="ch" forName="Child3" refType="w" fact="0.1458"/>
              <dgm:constr type="h" for="ch" forName="Child3" refType="h" fact="0.6517"/>
              <dgm:constr type="l" for="ch" forName="Parent3" refType="w" fact="0.3339"/>
              <dgm:constr type="t" for="ch" forName="Parent3" refType="h" fact="0.0698"/>
              <dgm:constr type="w" for="ch" forName="Parent3" refType="w" fact="0.167"/>
              <dgm:constr type="h" for="ch" forName="Parent3" refType="h" fact="0.1396"/>
              <dgm:constr type="l" for="ch" forName="ChildAccent4" refType="w" fact="0.5009"/>
              <dgm:constr type="t" for="ch" forName="ChildAccent4" refType="h" fact="0.2087"/>
              <dgm:constr type="w" for="ch" forName="ChildAccent4" refType="w" fact="0.167"/>
              <dgm:constr type="h" for="ch" forName="ChildAccent4" refType="h" fact="0.6982"/>
              <dgm:constr type="l" for="ch" forName="Child4" refType="w" fact="0.5221"/>
              <dgm:constr type="t" for="ch" forName="Child4" refType="h" fact="0.2087"/>
              <dgm:constr type="w" for="ch" forName="Child4" refType="w" fact="0.1458"/>
              <dgm:constr type="h" for="ch" forName="Child4" refType="h" fact="0.6982"/>
              <dgm:constr type="l" for="ch" forName="Parent4" refType="w" fact="0.501"/>
              <dgm:constr type="t" for="ch" forName="Parent4" refType="h" fact="0.0458"/>
              <dgm:constr type="w" for="ch" forName="Parent4" refType="w" fact="0.167"/>
              <dgm:constr type="h" for="ch" forName="Parent4" refType="h" fact="0.1629"/>
              <dgm:constr type="l" for="ch" forName="ChildAccent5" refType="w" fact="0.6674"/>
              <dgm:constr type="t" for="ch" forName="ChildAccent5" refType="h" fact="0.2087"/>
              <dgm:constr type="w" for="ch" forName="ChildAccent5" refType="w" fact="0.167"/>
              <dgm:constr type="h" for="ch" forName="ChildAccent5" refType="h" fact="0.7448"/>
              <dgm:constr type="l" for="ch" forName="Child5" refType="w" fact="0.6886"/>
              <dgm:constr type="t" for="ch" forName="Child5" refType="h" fact="0.2087"/>
              <dgm:constr type="w" for="ch" forName="Child5" refType="w" fact="0.1458"/>
              <dgm:constr type="h" for="ch" forName="Child5" refType="h" fact="0.7448"/>
              <dgm:constr type="l" for="ch" forName="Parent5" refType="w" fact="0.668"/>
              <dgm:constr type="t" for="ch" forName="Parent5" refType="h" fact="0.0225"/>
              <dgm:constr type="w" for="ch" forName="Parent5" refType="w" fact="0.167"/>
              <dgm:constr type="h" for="ch" forName="Parent5" refType="h" fact="0.1862"/>
              <dgm:constr type="l" for="ch" forName="ChildAccent6" refType="w" fact="0.833"/>
              <dgm:constr type="t" for="ch" forName="ChildAccent6" refType="h" fact="0.2087"/>
              <dgm:constr type="w" for="ch" forName="ChildAccent6" refType="w" fact="0.167"/>
              <dgm:constr type="h" for="ch" forName="ChildAccent6" refType="h" fact="0.7913"/>
              <dgm:constr type="l" for="ch" forName="Child6" refType="w" fact="0.8542"/>
              <dgm:constr type="t" for="ch" forName="Child6" refType="h" fact="0.2087"/>
              <dgm:constr type="w" for="ch" forName="Child6" refType="w" fact="0.1458"/>
              <dgm:constr type="h" for="ch" forName="Child6" refType="h" fact="0.7913"/>
              <dgm:constr type="l" for="ch" forName="Parent6" refType="w" fact="0.835"/>
              <dgm:constr type="t" for="ch" forName="Parent6" refType="h" fact="0"/>
              <dgm:constr type="w" for="ch" forName="Parent6" refType="w" fact="0.165"/>
              <dgm:constr type="h" for="ch" forName="Parent6" refType="h" fact="0.2095"/>
            </dgm:constrLst>
          </dgm:if>
          <dgm:else name="Name10">
            <dgm:alg type="composite">
              <dgm:param type="ar" val="1.91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ChildAccent1" refType="w" fact="0"/>
              <dgm:constr type="t" for="ch" forName="ChildAccent1" refType="h" fact="0.2168"/>
              <dgm:constr type="w" for="ch" forName="ChildAccent1" refType="w" fact="0.1432"/>
              <dgm:constr type="h" for="ch" forName="ChildAccent1" refType="h" fact="0.5221"/>
              <dgm:constr type="l" for="ch" forName="Child1" refType="w" fact="0.0182"/>
              <dgm:constr type="t" for="ch" forName="Child1" refType="h" fact="0.2168"/>
              <dgm:constr type="w" for="ch" forName="Child1" refType="w" fact="0.125"/>
              <dgm:constr type="h" for="ch" forName="Child1" refType="h" fact="0.5221"/>
              <dgm:constr type="l" for="ch" forName="Parent1" refType="w" fact="0"/>
              <dgm:constr type="t" for="ch" forName="Parent1" refType="h" fact="0.1298"/>
              <dgm:constr type="w" for="ch" forName="Parent1" refType="w" fact="0.1432"/>
              <dgm:constr type="h" for="ch" forName="Parent1" refType="h" fact="0.087"/>
              <dgm:constr type="l" for="ch" forName="ChildAccent2" refType="w" fact="0.1432"/>
              <dgm:constr type="t" for="ch" forName="ChildAccent2" refType="h" fact="0.2168"/>
              <dgm:constr type="w" for="ch" forName="ChildAccent2" refType="w" fact="0.1432"/>
              <dgm:constr type="h" for="ch" forName="ChildAccent2" refType="h" fact="0.5656"/>
              <dgm:constr type="l" for="ch" forName="Child2" refType="w" fact="0.1614"/>
              <dgm:constr type="t" for="ch" forName="Child2" refType="h" fact="0.2168"/>
              <dgm:constr type="w" for="ch" forName="Child2" refType="w" fact="0.125"/>
              <dgm:constr type="h" for="ch" forName="Child2" refType="h" fact="0.5656"/>
              <dgm:constr type="l" for="ch" forName="Parent2" refType="w" fact="0.1432"/>
              <dgm:constr type="t" for="ch" forName="Parent2" refType="h" fact="0.108"/>
              <dgm:constr type="w" for="ch" forName="Parent2" refType="w" fact="0.1432"/>
              <dgm:constr type="h" for="ch" forName="Parent2" refType="h" fact="0.1088"/>
              <dgm:constr type="l" for="ch" forName="ChildAccent3" refType="w" fact="0.2865"/>
              <dgm:constr type="t" for="ch" forName="ChildAccent3" refType="h" fact="0.2168"/>
              <dgm:constr type="w" for="ch" forName="ChildAccent3" refType="w" fact="0.1432"/>
              <dgm:constr type="h" for="ch" forName="ChildAccent3" refType="h" fact="0.6091"/>
              <dgm:constr type="l" for="ch" forName="Child3" refType="w" fact="0.3047"/>
              <dgm:constr type="t" for="ch" forName="Child3" refType="h" fact="0.2168"/>
              <dgm:constr type="w" for="ch" forName="Child3" refType="w" fact="0.125"/>
              <dgm:constr type="h" for="ch" forName="Child3" refType="h" fact="0.6091"/>
              <dgm:constr type="l" for="ch" forName="Parent3" refType="w" fact="0.2865"/>
              <dgm:constr type="t" for="ch" forName="Parent3" refType="h" fact="0.087"/>
              <dgm:constr type="w" for="ch" forName="Parent3" refType="w" fact="0.1432"/>
              <dgm:constr type="h" for="ch" forName="Parent3" refType="h" fact="0.1305"/>
              <dgm:constr type="l" for="ch" forName="ChildAccent4" refType="w" fact="0.4297"/>
              <dgm:constr type="t" for="ch" forName="ChildAccent4" refType="h" fact="0.2168"/>
              <dgm:constr type="w" for="ch" forName="ChildAccent4" refType="w" fact="0.1432"/>
              <dgm:constr type="h" for="ch" forName="ChildAccent4" refType="h" fact="0.6526"/>
              <dgm:constr type="l" for="ch" forName="Child4" refType="w" fact="0.4479"/>
              <dgm:constr type="t" for="ch" forName="Child4" refType="h" fact="0.2168"/>
              <dgm:constr type="w" for="ch" forName="Child4" refType="w" fact="0.125"/>
              <dgm:constr type="h" for="ch" forName="Child4" refType="h" fact="0.6526"/>
              <dgm:constr type="l" for="ch" forName="Parent4" refType="w" fact="0.4297"/>
              <dgm:constr type="t" for="ch" forName="Parent4" refType="h" fact="0.0645"/>
              <dgm:constr type="w" for="ch" forName="Parent4" refType="w" fact="0.1432"/>
              <dgm:constr type="h" for="ch" forName="Parent4" refType="h" fact="0.1523"/>
              <dgm:constr type="l" for="ch" forName="ChildAccent5" refType="w" fact="0.5726"/>
              <dgm:constr type="t" for="ch" forName="ChildAccent5" refType="h" fact="0.2168"/>
              <dgm:constr type="w" for="ch" forName="ChildAccent5" refType="w" fact="0.1432"/>
              <dgm:constr type="h" for="ch" forName="ChildAccent5" refType="h" fact="0.6962"/>
              <dgm:constr type="l" for="ch" forName="Child5" refType="w" fact="0.5908"/>
              <dgm:constr type="t" for="ch" forName="Child5" refType="h" fact="0.2168"/>
              <dgm:constr type="w" for="ch" forName="Child5" refType="w" fact="0.125"/>
              <dgm:constr type="h" for="ch" forName="Child5" refType="h" fact="0.6962"/>
              <dgm:constr type="l" for="ch" forName="Parent5" refType="w" fact="0.5726"/>
              <dgm:constr type="t" for="ch" forName="Parent5" refType="h" fact="0.0428"/>
              <dgm:constr type="w" for="ch" forName="Parent5" refType="w" fact="0.1432"/>
              <dgm:constr type="h" for="ch" forName="Parent5" refType="h" fact="0.174"/>
              <dgm:constr type="l" for="ch" forName="ChildAccent6" refType="w" fact="0.7147"/>
              <dgm:constr type="t" for="ch" forName="ChildAccent6" refType="h" fact="0.2168"/>
              <dgm:constr type="w" for="ch" forName="ChildAccent6" refType="w" fact="0.1432"/>
              <dgm:constr type="h" for="ch" forName="ChildAccent6" refType="h" fact="0.7397"/>
              <dgm:constr type="l" for="ch" forName="Child6" refType="w" fact="0.7329"/>
              <dgm:constr type="t" for="ch" forName="Child6" refType="h" fact="0.2168"/>
              <dgm:constr type="w" for="ch" forName="Child6" refType="w" fact="0.125"/>
              <dgm:constr type="h" for="ch" forName="Child6" refType="h" fact="0.7397"/>
              <dgm:constr type="l" for="ch" forName="Parent6" refType="w" fact="0.716"/>
              <dgm:constr type="t" for="ch" forName="Parent6" refType="h" fact="0.0217"/>
              <dgm:constr type="w" for="ch" forName="Parent6" refType="w" fact="0.1424"/>
              <dgm:constr type="h" for="ch" forName="Parent6" refType="h" fact="0.1958"/>
              <dgm:constr type="l" for="ch" forName="ChildAccent7" refType="w" fact="0.8568"/>
              <dgm:constr type="t" for="ch" forName="ChildAccent7" refType="h" fact="0.2168"/>
              <dgm:constr type="w" for="ch" forName="ChildAccent7" refType="w" fact="0.1432"/>
              <dgm:constr type="h" for="ch" forName="ChildAccent7" refType="h" fact="0.7832"/>
              <dgm:constr type="l" for="ch" forName="Child7" refType="w" fact="0.875"/>
              <dgm:constr type="t" for="ch" forName="Child7" refType="h" fact="0.2168"/>
              <dgm:constr type="w" for="ch" forName="Child7" refType="w" fact="0.125"/>
              <dgm:constr type="h" for="ch" forName="Child7" refType="h" fact="0.7832"/>
              <dgm:constr type="l" for="ch" forName="Parent7" refType="w" fact="0.8577"/>
              <dgm:constr type="t" for="ch" forName="Parent7" refType="h" fact="0"/>
              <dgm:constr type="w" for="ch" forName="Parent7" refType="w" fact="0.1423"/>
              <dgm:constr type="h" for="ch" forName="Parent7" refType="h" fact="0.2175"/>
            </dgm:constrLst>
          </dgm:else>
        </dgm:choose>
      </dgm:if>
      <dgm:else name="Name11">
        <dgm:choose name="Name12">
          <dgm:if name="Name13" axis="ch" ptType="node" func="cnt" op="equ" val="1">
            <dgm:alg type="composite">
              <dgm:param type="ar" val="0.4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Accent1" refType="w" fact="0"/>
              <dgm:constr type="t" for="ch" forName="ChildAccent1" refType="h" fact="0.1429"/>
              <dgm:constr type="w" for="ch" forName="ChildAccent1" refType="w"/>
              <dgm:constr type="h" for="ch" forName="ChildAccent1" refType="h" fact="0.8571"/>
              <dgm:constr type="l" for="ch" forName="Child1" refType="w" fact="0"/>
              <dgm:constr type="t" for="ch" forName="Child1" refType="h" fact="0.1429"/>
              <dgm:constr type="w" for="ch" forName="Child1" refType="w" fact="0.873"/>
              <dgm:constr type="h" for="ch" forName="Child1" refType="h" fact="0.8571"/>
              <dgm:constr type="l" for="ch" forName="Parent1" refType="w" fact="0"/>
              <dgm:constr type="t" for="ch" forName="Parent1" refType="h" fact="0"/>
              <dgm:constr type="w" for="ch" forName="Parent1" refType="w"/>
              <dgm:constr type="h" for="ch" forName="Parent1" refType="h" fact="0.1429"/>
            </dgm:constrLst>
          </dgm:if>
          <dgm:if name="Name14" axis="ch" ptType="node" func="cnt" op="equ" val="2">
            <dgm:alg type="composite">
              <dgm:param type="ar" val="0.812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Child2" refType="w" fact="0"/>
              <dgm:constr type="t" for="ch" forName="Child2" refType="h" fact="0.1613"/>
              <dgm:constr type="w" for="ch" forName="Child2" refType="w" fact="0.4365"/>
              <dgm:constr type="h" for="ch" forName="Child2" refType="h" fact="0.8387"/>
              <dgm:constr type="l" for="ch" forName="Child1" refType="w" fact="0.5"/>
              <dgm:constr type="t" for="ch" forName="Child1" refType="h" fact="0.1613"/>
              <dgm:constr type="w" for="ch" forName="Child1" refType="w" fact="0.4365"/>
              <dgm:constr type="h" for="ch" forName="Child1" refType="h" fact="0.7742"/>
              <dgm:constr type="l" for="ch" forName="ChildAccent1" refType="w" fact="0.5"/>
              <dgm:constr type="t" for="ch" forName="ChildAccent1" refType="h" fact="0.1613"/>
              <dgm:constr type="w" for="ch" forName="ChildAccent1" refType="w" fact="0.5"/>
              <dgm:constr type="h" for="ch" forName="ChildAccent1" refType="h" fact="0.7742"/>
              <dgm:constr type="l" for="ch" forName="Parent1" refType="w" fact="0.5"/>
              <dgm:constr type="t" for="ch" forName="Parent1" refType="h" fact="0.0323"/>
              <dgm:constr type="w" for="ch" forName="Parent1" refType="w" fact="0.5"/>
              <dgm:constr type="h" for="ch" forName="Parent1" refType="h" fact="0.129"/>
              <dgm:constr type="l" for="ch" forName="ChildAccent2" refType="w" fact="0"/>
              <dgm:constr type="t" for="ch" forName="ChildAccent2" refType="h" fact="0.1613"/>
              <dgm:constr type="w" for="ch" forName="ChildAccent2" refType="w" fact="0.5"/>
              <dgm:constr type="h" for="ch" forName="ChildAccent2" refType="h" fact="0.8387"/>
              <dgm:constr type="l" for="ch" forName="Parent2" refType="w" fact="0"/>
              <dgm:constr type="t" for="ch" forName="Parent2" refType="h" fact="0"/>
              <dgm:constr type="w" for="ch" forName="Parent2" refType="w" fact="0.5"/>
              <dgm:constr type="h" for="ch" forName="Parent2" refType="h" fact="0.1613"/>
            </dgm:constrLst>
          </dgm:if>
          <dgm:if name="Name15" axis="ch" ptType="node" func="cnt" op="equ" val="3">
            <dgm:alg type="composite">
              <dgm:param type="ar" val="1.112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Child3" refType="w" fact="0"/>
              <dgm:constr type="t" for="ch" forName="Child3" refType="h" fact="0.1757"/>
              <dgm:constr type="w" for="ch" forName="Child3" refType="w" fact="0.291"/>
              <dgm:constr type="h" for="ch" forName="Child3" refType="h" fact="0.8243"/>
              <dgm:constr type="l" for="ch" forName="Child2" refType="w" fact="0.3333"/>
              <dgm:constr type="t" for="ch" forName="Child2" refType="h" fact="0.1757"/>
              <dgm:constr type="w" for="ch" forName="Child2" refType="w" fact="0.291"/>
              <dgm:constr type="h" for="ch" forName="Child2" refType="h" fact="0.7655"/>
              <dgm:constr type="l" for="ch" forName="Child1" refType="w" fact="0.6667"/>
              <dgm:constr type="t" for="ch" forName="Child1" refType="h" fact="0.1757"/>
              <dgm:constr type="w" for="ch" forName="Child1" refType="w" fact="0.291"/>
              <dgm:constr type="h" for="ch" forName="Child1" refType="h" fact="0.7066"/>
              <dgm:constr type="l" for="ch" forName="ChildAccent1" refType="w" fact="0.6667"/>
              <dgm:constr type="t" for="ch" forName="ChildAccent1" refType="h" fact="0.1757"/>
              <dgm:constr type="w" for="ch" forName="ChildAccent1" refType="w" fact="0.3333"/>
              <dgm:constr type="h" for="ch" forName="ChildAccent1" refType="h" fact="0.7066"/>
              <dgm:constr type="l" for="ch" forName="Parent1" refType="w" fact="0.6667"/>
              <dgm:constr type="t" for="ch" forName="Parent1" refType="h" fact="0.0579"/>
              <dgm:constr type="w" for="ch" forName="Parent1" refType="w" fact="0.3333"/>
              <dgm:constr type="h" for="ch" forName="Parent1" refType="h" fact="0.1178"/>
              <dgm:constr type="l" for="ch" forName="ChildAccent2" refType="w" fact="0.3333"/>
              <dgm:constr type="t" for="ch" forName="ChildAccent2" refType="h" fact="0.1757"/>
              <dgm:constr type="w" for="ch" forName="ChildAccent2" refType="w" fact="0.3333"/>
              <dgm:constr type="h" for="ch" forName="ChildAccent2" refType="h" fact="0.7655"/>
              <dgm:constr type="l" for="ch" forName="Parent2" refType="w" fact="0.3333"/>
              <dgm:constr type="t" for="ch" forName="Parent2" refType="h" fact="0.0285"/>
              <dgm:constr type="w" for="ch" forName="Parent2" refType="w" fact="0.3333"/>
              <dgm:constr type="h" for="ch" forName="Parent2" refType="h" fact="0.1472"/>
              <dgm:constr type="l" for="ch" forName="ChildAccent3" refType="w" fact="0"/>
              <dgm:constr type="t" for="ch" forName="ChildAccent3" refType="h" fact="0.1757"/>
              <dgm:constr type="w" for="ch" forName="ChildAccent3" refType="w" fact="0.3333"/>
              <dgm:constr type="h" for="ch" forName="ChildAccent3" refType="h" fact="0.8243"/>
              <dgm:constr type="l" for="ch" forName="Parent3" refType="w" fact="0"/>
              <dgm:constr type="t" for="ch" forName="Parent3" refType="h" fact="0"/>
              <dgm:constr type="w" for="ch" forName="Parent3" refType="w" fact="0.3333"/>
              <dgm:constr type="h" for="ch" forName="Parent3" refType="h" fact="0.176"/>
            </dgm:constrLst>
          </dgm:if>
          <dgm:if name="Name16" axis="ch" ptType="node" func="cnt" op="equ" val="4">
            <dgm:alg type="composite">
              <dgm:param type="ar" val="1.3622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Child4" refType="w" fact="0"/>
              <dgm:constr type="t" for="ch" forName="Child4" refType="h" fact="0.1892"/>
              <dgm:constr type="w" for="ch" forName="Child4" refType="w" fact="0.2183"/>
              <dgm:constr type="h" for="ch" forName="Child4" refType="h" fact="0.8108"/>
              <dgm:constr type="l" for="ch" forName="Child3" refType="w" fact="0.25"/>
              <dgm:constr type="t" for="ch" forName="Child3" refType="h" fact="0.1892"/>
              <dgm:constr type="w" for="ch" forName="Child3" refType="w" fact="0.2183"/>
              <dgm:constr type="h" for="ch" forName="Child3" refType="h" fact="0.7568"/>
              <dgm:constr type="l" for="ch" forName="Child2" refType="w" fact="0.5"/>
              <dgm:constr type="t" for="ch" forName="Child2" refType="h" fact="0.1892"/>
              <dgm:constr type="w" for="ch" forName="Child2" refType="w" fact="0.2183"/>
              <dgm:constr type="h" for="ch" forName="Child2" refType="h" fact="0.7027"/>
              <dgm:constr type="l" for="ch" forName="Child1" refType="w" fact="0.75"/>
              <dgm:constr type="t" for="ch" forName="Child1" refType="h" fact="0.1892"/>
              <dgm:constr type="w" for="ch" forName="Child1" refType="w" fact="0.2183"/>
              <dgm:constr type="h" for="ch" forName="Child1" refType="h" fact="0.6486"/>
              <dgm:constr type="l" for="ch" forName="ChildAccent1" refType="w" fact="0.75"/>
              <dgm:constr type="t" for="ch" forName="ChildAccent1" refType="h" fact="0.1892"/>
              <dgm:constr type="w" for="ch" forName="ChildAccent1" refType="w" fact="0.25"/>
              <dgm:constr type="h" for="ch" forName="ChildAccent1" refType="h" fact="0.6486"/>
              <dgm:constr type="l" for="ch" forName="Parent1" refType="w" fact="0.75"/>
              <dgm:constr type="t" for="ch" forName="Parent1" refType="h" fact="0.0811"/>
              <dgm:constr type="w" for="ch" forName="Parent1" refType="w" fact="0.25"/>
              <dgm:constr type="h" for="ch" forName="Parent1" refType="h" fact="0.1081"/>
              <dgm:constr type="l" for="ch" forName="ChildAccent2" refType="w" fact="0.5"/>
              <dgm:constr type="t" for="ch" forName="ChildAccent2" refType="h" fact="0.1892"/>
              <dgm:constr type="w" for="ch" forName="ChildAccent2" refType="w" fact="0.25"/>
              <dgm:constr type="h" for="ch" forName="ChildAccent2" refType="h" fact="0.7027"/>
              <dgm:constr type="l" for="ch" forName="Parent2" refType="w" fact="0.5"/>
              <dgm:constr type="t" for="ch" forName="Parent2" refType="h" fact="0.0541"/>
              <dgm:constr type="w" for="ch" forName="Parent2" refType="w" fact="0.25"/>
              <dgm:constr type="h" for="ch" forName="Parent2" refType="h" fact="0.1351"/>
              <dgm:constr type="l" for="ch" forName="ChildAccent3" refType="w" fact="0.25"/>
              <dgm:constr type="t" for="ch" forName="ChildAccent3" refType="h" fact="0.1892"/>
              <dgm:constr type="w" for="ch" forName="ChildAccent3" refType="w" fact="0.25"/>
              <dgm:constr type="h" for="ch" forName="ChildAccent3" refType="h" fact="0.7568"/>
              <dgm:constr type="l" for="ch" forName="Parent3" refType="w" fact="0.25"/>
              <dgm:constr type="t" for="ch" forName="Parent3" refType="h" fact="0.0279"/>
              <dgm:constr type="w" for="ch" forName="Parent3" refType="w" fact="0.25"/>
              <dgm:constr type="h" for="ch" forName="Parent3" refType="h" fact="0.161"/>
              <dgm:constr type="l" for="ch" forName="ChildAccent4" refType="w" fact="0"/>
              <dgm:constr type="t" for="ch" forName="ChildAccent4" refType="h" fact="0.1892"/>
              <dgm:constr type="w" for="ch" forName="ChildAccent4" refType="w" fact="0.25"/>
              <dgm:constr type="h" for="ch" forName="ChildAccent4" refType="h" fact="0.8108"/>
              <dgm:constr type="l" for="ch" forName="Parent4" refType="w" fact="0"/>
              <dgm:constr type="t" for="ch" forName="Parent4" refType="h" fact="0"/>
              <dgm:constr type="w" for="ch" forName="Parent4" refType="w" fact="0.25"/>
              <dgm:constr type="h" for="ch" forName="Parent4" refType="h" fact="0.1892"/>
            </dgm:constrLst>
          </dgm:if>
          <dgm:if name="Name17" axis="ch" ptType="node" func="cnt" op="equ" val="5">
            <dgm:alg type="composite">
              <dgm:param type="ar" val="1.5742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Child5" refType="w" fact="0"/>
              <dgm:constr type="t" for="ch" forName="Child5" refType="h" fact="0.2"/>
              <dgm:constr type="w" for="ch" forName="Child5" refType="w" fact="0.1747"/>
              <dgm:constr type="h" for="ch" forName="Child5" refType="h" fact="0.8"/>
              <dgm:constr type="l" for="ch" forName="Child4" refType="w" fact="0.2001"/>
              <dgm:constr type="t" for="ch" forName="Child4" refType="h" fact="0.2"/>
              <dgm:constr type="w" for="ch" forName="Child4" refType="w" fact="0.1747"/>
              <dgm:constr type="h" for="ch" forName="Child4" refType="h" fact="0.75"/>
              <dgm:constr type="l" for="ch" forName="Child3" refType="w" fact="0.4002"/>
              <dgm:constr type="t" for="ch" forName="Child3" refType="h" fact="0.2"/>
              <dgm:constr type="w" for="ch" forName="Child3" refType="w" fact="0.1747"/>
              <dgm:constr type="h" for="ch" forName="Child3" refType="h" fact="0.7"/>
              <dgm:constr type="l" for="ch" forName="Child2" refType="w" fact="0.6003"/>
              <dgm:constr type="t" for="ch" forName="Child2" refType="h" fact="0.2"/>
              <dgm:constr type="w" for="ch" forName="Child2" refType="w" fact="0.1747"/>
              <dgm:constr type="h" for="ch" forName="Child2" refType="h" fact="0.65"/>
              <dgm:constr type="l" for="ch" forName="Child1" refType="w" fact="0.7999"/>
              <dgm:constr type="t" for="ch" forName="Child1" refType="h" fact="0.2"/>
              <dgm:constr type="w" for="ch" forName="Child1" refType="w" fact="0.1747"/>
              <dgm:constr type="h" for="ch" forName="Child1" refType="h" fact="0.6"/>
              <dgm:constr type="l" for="ch" forName="ChildAccent1" refType="w" fact="0.7999"/>
              <dgm:constr type="t" for="ch" forName="ChildAccent1" refType="h" fact="0.2"/>
              <dgm:constr type="w" for="ch" forName="ChildAccent1" refType="w" fact="0.2001"/>
              <dgm:constr type="h" for="ch" forName="ChildAccent1" refType="h" fact="0.6"/>
              <dgm:constr type="l" for="ch" forName="Parent1" refType="w" fact="0.7999"/>
              <dgm:constr type="t" for="ch" forName="Parent1" refType="h" fact="0.1"/>
              <dgm:constr type="w" for="ch" forName="Parent1" refType="w" fact="0.2001"/>
              <dgm:constr type="h" for="ch" forName="Parent1" refType="h" fact="0.1"/>
              <dgm:constr type="l" for="ch" forName="ChildAccent2" refType="w" fact="0.6003"/>
              <dgm:constr type="t" for="ch" forName="ChildAccent2" refType="h" fact="0.2"/>
              <dgm:constr type="w" for="ch" forName="ChildAccent2" refType="w" fact="0.2001"/>
              <dgm:constr type="h" for="ch" forName="ChildAccent2" refType="h" fact="0.65"/>
              <dgm:constr type="l" for="ch" forName="Parent2" refType="w" fact="0.6003"/>
              <dgm:constr type="t" for="ch" forName="Parent2" refType="h" fact="0.075"/>
              <dgm:constr type="w" for="ch" forName="Parent2" refType="w" fact="0.2001"/>
              <dgm:constr type="h" for="ch" forName="Parent2" refType="h" fact="0.125"/>
              <dgm:constr type="l" for="ch" forName="ChildAccent3" refType="w" fact="0.4002"/>
              <dgm:constr type="t" for="ch" forName="ChildAccent3" refType="h" fact="0.2"/>
              <dgm:constr type="w" for="ch" forName="ChildAccent3" refType="w" fact="0.2001"/>
              <dgm:constr type="h" for="ch" forName="ChildAccent3" refType="h" fact="0.7"/>
              <dgm:constr type="l" for="ch" forName="Parent3" refType="w" fact="0.4002"/>
              <dgm:constr type="t" for="ch" forName="Parent3" refType="h" fact="0.0508"/>
              <dgm:constr type="w" for="ch" forName="Parent3" refType="w" fact="0.2001"/>
              <dgm:constr type="h" for="ch" forName="Parent3" refType="h" fact="0.15"/>
              <dgm:constr type="l" for="ch" forName="ChildAccent4" refType="w" fact="0.2001"/>
              <dgm:constr type="t" for="ch" forName="ChildAccent4" refType="h" fact="0.2"/>
              <dgm:constr type="w" for="ch" forName="ChildAccent4" refType="w" fact="0.2001"/>
              <dgm:constr type="h" for="ch" forName="ChildAccent4" refType="h" fact="0.75"/>
              <dgm:constr type="l" for="ch" forName="Parent4" refType="w" fact="0.2001"/>
              <dgm:constr type="t" for="ch" forName="Parent4" refType="h" fact="0.025"/>
              <dgm:constr type="w" for="ch" forName="Parent4" refType="w" fact="0.2001"/>
              <dgm:constr type="h" for="ch" forName="Parent4" refType="h" fact="0.175"/>
              <dgm:constr type="l" for="ch" forName="ChildAccent5" refType="w" fact="0"/>
              <dgm:constr type="t" for="ch" forName="ChildAccent5" refType="h" fact="0.2"/>
              <dgm:constr type="w" for="ch" forName="ChildAccent5" refType="w" fact="0.2001"/>
              <dgm:constr type="h" for="ch" forName="ChildAccent5" refType="h" fact="0.8"/>
              <dgm:constr type="l" for="ch" forName="Parent5" refType="w" fact="0"/>
              <dgm:constr type="t" for="ch" forName="Parent5" refType="h" fact="0"/>
              <dgm:constr type="w" for="ch" forName="Parent5" refType="w" fact="0.2001"/>
              <dgm:constr type="h" for="ch" forName="Parent5" refType="h" fact="0.2"/>
            </dgm:constrLst>
          </dgm:if>
          <dgm:if name="Name18" axis="ch" ptType="node" func="cnt" op="equ" val="6">
            <dgm:alg type="composite">
              <dgm:param type="ar" val="1.756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Child6" refType="w" fact="0"/>
              <dgm:constr type="t" for="ch" forName="Child6" refType="h" fact="0.2087"/>
              <dgm:constr type="w" for="ch" forName="Child6" refType="w" fact="0.1458"/>
              <dgm:constr type="h" for="ch" forName="Child6" refType="h" fact="0.7913"/>
              <dgm:constr type="l" for="ch" forName="Child5" refType="w" fact="0.167"/>
              <dgm:constr type="t" for="ch" forName="Child5" refType="h" fact="0.2087"/>
              <dgm:constr type="w" for="ch" forName="Child5" refType="w" fact="0.1458"/>
              <dgm:constr type="h" for="ch" forName="Child5" refType="h" fact="0.7448"/>
              <dgm:constr type="l" for="ch" forName="Child4" refType="w" fact="0.3339"/>
              <dgm:constr type="t" for="ch" forName="Child4" refType="h" fact="0.2087"/>
              <dgm:constr type="w" for="ch" forName="Child4" refType="w" fact="0.1458"/>
              <dgm:constr type="h" for="ch" forName="Child4" refType="h" fact="0.6982"/>
              <dgm:constr type="l" for="ch" forName="Child3" refType="w" fact="0.5009"/>
              <dgm:constr type="t" for="ch" forName="Child3" refType="h" fact="0.2087"/>
              <dgm:constr type="w" for="ch" forName="Child3" refType="w" fact="0.1458"/>
              <dgm:constr type="h" for="ch" forName="Child3" refType="h" fact="0.6517"/>
              <dgm:constr type="l" for="ch" forName="Child2" refType="w" fact="0.6674"/>
              <dgm:constr type="t" for="ch" forName="Child2" refType="h" fact="0.2087"/>
              <dgm:constr type="w" for="ch" forName="Child2" refType="w" fact="0.1458"/>
              <dgm:constr type="h" for="ch" forName="Child2" refType="h" fact="0.6051"/>
              <dgm:constr type="l" for="ch" forName="Child1" refType="w" fact="0.833"/>
              <dgm:constr type="t" for="ch" forName="Child1" refType="h" fact="0.2087"/>
              <dgm:constr type="w" for="ch" forName="Child1" refType="w" fact="0.1458"/>
              <dgm:constr type="h" for="ch" forName="Child1" refType="h" fact="0.5586"/>
              <dgm:constr type="l" for="ch" forName="ChildAccent1" refType="w" fact="0.833"/>
              <dgm:constr type="t" for="ch" forName="ChildAccent1" refType="h" fact="0.2087"/>
              <dgm:constr type="w" for="ch" forName="ChildAccent1" refType="w" fact="0.167"/>
              <dgm:constr type="h" for="ch" forName="ChildAccent1" refType="h" fact="0.5586"/>
              <dgm:constr type="l" for="ch" forName="Parent1" refType="w" fact="0.833"/>
              <dgm:constr type="t" for="ch" forName="Parent1" refType="h" fact="0.1156"/>
              <dgm:constr type="w" for="ch" forName="Parent1" refType="w" fact="0.167"/>
              <dgm:constr type="h" for="ch" forName="Parent1" refType="h" fact="0.0931"/>
              <dgm:constr type="l" for="ch" forName="ChildAccent2" refType="w" fact="0.6674"/>
              <dgm:constr type="t" for="ch" forName="ChildAccent2" refType="h" fact="0.2087"/>
              <dgm:constr type="w" for="ch" forName="ChildAccent2" refType="w" fact="0.167"/>
              <dgm:constr type="h" for="ch" forName="ChildAccent2" refType="h" fact="0.6051"/>
              <dgm:constr type="l" for="ch" forName="Parent2" refType="w" fact="0.6674"/>
              <dgm:constr type="t" for="ch" forName="Parent2" refType="h" fact="0.0923"/>
              <dgm:constr type="w" for="ch" forName="Parent2" refType="w" fact="0.165"/>
              <dgm:constr type="h" for="ch" forName="Parent2" refType="h" fact="0.1164"/>
              <dgm:constr type="l" for="ch" forName="ChildAccent3" refType="w" fact="0.5009"/>
              <dgm:constr type="t" for="ch" forName="ChildAccent3" refType="h" fact="0.2087"/>
              <dgm:constr type="w" for="ch" forName="ChildAccent3" refType="w" fact="0.167"/>
              <dgm:constr type="h" for="ch" forName="ChildAccent3" refType="h" fact="0.6517"/>
              <dgm:constr type="l" for="ch" forName="Parent3" refType="w" fact="0.5009"/>
              <dgm:constr type="t" for="ch" forName="Parent3" refType="h" fact="0.0698"/>
              <dgm:constr type="w" for="ch" forName="Parent3" refType="w" fact="0.166"/>
              <dgm:constr type="h" for="ch" forName="Parent3" refType="h" fact="0.1396"/>
              <dgm:constr type="l" for="ch" forName="ChildAccent4" refType="w" fact="0.3339"/>
              <dgm:constr type="t" for="ch" forName="ChildAccent4" refType="h" fact="0.2087"/>
              <dgm:constr type="w" for="ch" forName="ChildAccent4" refType="w" fact="0.167"/>
              <dgm:constr type="h" for="ch" forName="ChildAccent4" refType="h" fact="0.6982"/>
              <dgm:constr type="l" for="ch" forName="Parent4" refType="w" fact="0.3339"/>
              <dgm:constr type="t" for="ch" forName="Parent4" refType="h" fact="0.0458"/>
              <dgm:constr type="w" for="ch" forName="Parent4" refType="w" fact="0.167"/>
              <dgm:constr type="h" for="ch" forName="Parent4" refType="h" fact="0.1629"/>
              <dgm:constr type="l" for="ch" forName="ChildAccent5" refType="w" fact="0.167"/>
              <dgm:constr type="t" for="ch" forName="ChildAccent5" refType="h" fact="0.2087"/>
              <dgm:constr type="w" for="ch" forName="ChildAccent5" refType="w" fact="0.167"/>
              <dgm:constr type="h" for="ch" forName="ChildAccent5" refType="h" fact="0.7448"/>
              <dgm:constr type="l" for="ch" forName="Parent5" refType="w" fact="0.167"/>
              <dgm:constr type="t" for="ch" forName="Parent5" refType="h" fact="0.0225"/>
              <dgm:constr type="w" for="ch" forName="Parent5" refType="w" fact="0.167"/>
              <dgm:constr type="h" for="ch" forName="Parent5" refType="h" fact="0.1862"/>
              <dgm:constr type="l" for="ch" forName="ChildAccent6" refType="w" fact="0"/>
              <dgm:constr type="t" for="ch" forName="ChildAccent6" refType="h" fact="0.2087"/>
              <dgm:constr type="w" for="ch" forName="ChildAccent6" refType="w" fact="0.167"/>
              <dgm:constr type="h" for="ch" forName="ChildAccent6" refType="h" fact="0.7913"/>
              <dgm:constr type="l" for="ch" forName="Parent6" refType="w" fact="0"/>
              <dgm:constr type="t" for="ch" forName="Parent6" refType="h" fact="0"/>
              <dgm:constr type="w" for="ch" forName="Parent6" refType="w" fact="0.167"/>
              <dgm:constr type="h" for="ch" forName="Parent6" refType="h" fact="0.2095"/>
            </dgm:constrLst>
          </dgm:if>
          <dgm:else name="Name19">
            <dgm:alg type="composite">
              <dgm:param type="ar" val="1.91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Child7" refType="w" fact="0"/>
              <dgm:constr type="t" for="ch" forName="Child7" refType="h" fact="0.2168"/>
              <dgm:constr type="w" for="ch" forName="Child7" refType="w" fact="0.125"/>
              <dgm:constr type="h" for="ch" forName="Child7" refType="h" fact="0.7832"/>
              <dgm:constr type="l" for="ch" forName="Child6" refType="w" fact="0.1432"/>
              <dgm:constr type="t" for="ch" forName="Child6" refType="h" fact="0.2168"/>
              <dgm:constr type="w" for="ch" forName="Child6" refType="w" fact="0.125"/>
              <dgm:constr type="h" for="ch" forName="Child6" refType="h" fact="0.7397"/>
              <dgm:constr type="l" for="ch" forName="Child5" refType="w" fact="0.2865"/>
              <dgm:constr type="t" for="ch" forName="Child5" refType="h" fact="0.2168"/>
              <dgm:constr type="w" for="ch" forName="Child5" refType="w" fact="0.125"/>
              <dgm:constr type="h" for="ch" forName="Child5" refType="h" fact="0.6962"/>
              <dgm:constr type="l" for="ch" forName="Child4" refType="w" fact="0.4297"/>
              <dgm:constr type="t" for="ch" forName="Child4" refType="h" fact="0.2168"/>
              <dgm:constr type="w" for="ch" forName="Child4" refType="w" fact="0.125"/>
              <dgm:constr type="h" for="ch" forName="Child4" refType="h" fact="0.6526"/>
              <dgm:constr type="l" for="ch" forName="Child3" refType="w" fact="0.5726"/>
              <dgm:constr type="t" for="ch" forName="Child3" refType="h" fact="0.2168"/>
              <dgm:constr type="w" for="ch" forName="Child3" refType="w" fact="0.125"/>
              <dgm:constr type="h" for="ch" forName="Child3" refType="h" fact="0.6091"/>
              <dgm:constr type="l" for="ch" forName="Child2" refType="w" fact="0.7147"/>
              <dgm:constr type="t" for="ch" forName="Child2" refType="h" fact="0.2168"/>
              <dgm:constr type="w" for="ch" forName="Child2" refType="w" fact="0.125"/>
              <dgm:constr type="h" for="ch" forName="Child2" refType="h" fact="0.5656"/>
              <dgm:constr type="l" for="ch" forName="Child1" refType="w" fact="0.8568"/>
              <dgm:constr type="t" for="ch" forName="Child1" refType="h" fact="0.2168"/>
              <dgm:constr type="w" for="ch" forName="Child1" refType="w" fact="0.125"/>
              <dgm:constr type="h" for="ch" forName="Child1" refType="h" fact="0.5221"/>
              <dgm:constr type="l" for="ch" forName="ChildAccent1" refType="w" fact="0.8568"/>
              <dgm:constr type="t" for="ch" forName="ChildAccent1" refType="h" fact="0.2168"/>
              <dgm:constr type="w" for="ch" forName="ChildAccent1" refType="w" fact="0.1432"/>
              <dgm:constr type="h" for="ch" forName="ChildAccent1" refType="h" fact="0.5221"/>
              <dgm:constr type="l" for="ch" forName="Parent1" refType="w" fact="0.8568"/>
              <dgm:constr type="t" for="ch" forName="Parent1" refType="h" fact="0.1298"/>
              <dgm:constr type="w" for="ch" forName="Parent1" refType="w" fact="0.1432"/>
              <dgm:constr type="h" for="ch" forName="Parent1" refType="h" fact="0.087"/>
              <dgm:constr type="l" for="ch" forName="ChildAccent2" refType="w" fact="0.7147"/>
              <dgm:constr type="t" for="ch" forName="ChildAccent2" refType="h" fact="0.2168"/>
              <dgm:constr type="w" for="ch" forName="ChildAccent2" refType="w" fact="0.1432"/>
              <dgm:constr type="h" for="ch" forName="ChildAccent2" refType="h" fact="0.5656"/>
              <dgm:constr type="l" for="ch" forName="Parent2" refType="w" fact="0.7147"/>
              <dgm:constr type="t" for="ch" forName="Parent2" refType="h" fact="0.108"/>
              <dgm:constr type="w" for="ch" forName="Parent2" refType="w" fact="0.1425"/>
              <dgm:constr type="h" for="ch" forName="Parent2" refType="h" fact="0.1088"/>
              <dgm:constr type="l" for="ch" forName="ChildAccent3" refType="w" fact="0.5726"/>
              <dgm:constr type="t" for="ch" forName="ChildAccent3" refType="h" fact="0.2168"/>
              <dgm:constr type="w" for="ch" forName="ChildAccent3" refType="w" fact="0.1432"/>
              <dgm:constr type="h" for="ch" forName="ChildAccent3" refType="h" fact="0.6091"/>
              <dgm:constr type="l" for="ch" forName="Parent3" refType="w" fact="0.5726"/>
              <dgm:constr type="t" for="ch" forName="Parent3" refType="h" fact="0.087"/>
              <dgm:constr type="w" for="ch" forName="Parent3" refType="w" fact="0.142"/>
              <dgm:constr type="h" for="ch" forName="Parent3" refType="h" fact="0.1305"/>
              <dgm:constr type="l" for="ch" forName="ChildAccent4" refType="w" fact="0.4297"/>
              <dgm:constr type="t" for="ch" forName="ChildAccent4" refType="h" fact="0.2168"/>
              <dgm:constr type="w" for="ch" forName="ChildAccent4" refType="w" fact="0.1432"/>
              <dgm:constr type="h" for="ch" forName="ChildAccent4" refType="h" fact="0.6526"/>
              <dgm:constr type="l" for="ch" forName="Parent4" refType="w" fact="0.4297"/>
              <dgm:constr type="t" for="ch" forName="Parent4" refType="h" fact="0.0645"/>
              <dgm:constr type="w" for="ch" forName="Parent4" refType="w" fact="0.1432"/>
              <dgm:constr type="h" for="ch" forName="Parent4" refType="h" fact="0.1523"/>
              <dgm:constr type="l" for="ch" forName="ChildAccent5" refType="w" fact="0.2865"/>
              <dgm:constr type="t" for="ch" forName="ChildAccent5" refType="h" fact="0.2168"/>
              <dgm:constr type="w" for="ch" forName="ChildAccent5" refType="w" fact="0.1432"/>
              <dgm:constr type="h" for="ch" forName="ChildAccent5" refType="h" fact="0.6962"/>
              <dgm:constr type="l" for="ch" forName="Parent5" refType="w" fact="0.2865"/>
              <dgm:constr type="t" for="ch" forName="Parent5" refType="h" fact="0.0428"/>
              <dgm:constr type="w" for="ch" forName="Parent5" refType="w" fact="0.1432"/>
              <dgm:constr type="h" for="ch" forName="Parent5" refType="h" fact="0.174"/>
              <dgm:constr type="l" for="ch" forName="ChildAccent6" refType="w" fact="0.1432"/>
              <dgm:constr type="t" for="ch" forName="ChildAccent6" refType="h" fact="0.2168"/>
              <dgm:constr type="w" for="ch" forName="ChildAccent6" refType="w" fact="0.1432"/>
              <dgm:constr type="h" for="ch" forName="ChildAccent6" refType="h" fact="0.7397"/>
              <dgm:constr type="l" for="ch" forName="Parent6" refType="w" fact="0.1432"/>
              <dgm:constr type="t" for="ch" forName="Parent6" refType="h" fact="0.0217"/>
              <dgm:constr type="w" for="ch" forName="Parent6" refType="w" fact="0.1432"/>
              <dgm:constr type="h" for="ch" forName="Parent6" refType="h" fact="0.1958"/>
              <dgm:constr type="l" for="ch" forName="ChildAccent7" refType="w" fact="0"/>
              <dgm:constr type="t" for="ch" forName="ChildAccent7" refType="h" fact="0.2168"/>
              <dgm:constr type="w" for="ch" forName="ChildAccent7" refType="w" fact="0.1432"/>
              <dgm:constr type="h" for="ch" forName="ChildAccent7" refType="h" fact="0.7832"/>
              <dgm:constr type="l" for="ch" forName="Parent7" refType="w" fact="0"/>
              <dgm:constr type="t" for="ch" forName="Parent7" refType="h" fact="0"/>
              <dgm:constr type="w" for="ch" forName="Parent7" refType="w" fact="0.1432"/>
              <dgm:constr type="h" for="ch" forName="Parent7" refType="h" fact="0.2175"/>
            </dgm:constrLst>
          </dgm:else>
        </dgm:choose>
      </dgm:else>
    </dgm:choose>
    <dgm:forEach name="wrapper" axis="self" ptType="parTrans">
      <dgm:forEach name="accentRepeat" axis="self">
        <dgm:layoutNode name="ChildAccent" styleLbl="alignImgPlace1">
          <dgm:alg type="sp"/>
          <dgm:choose name="Name20">
            <dgm:if name="Name21" axis="followSib" ptType="node" func="cnt" op="equ" val="0">
              <dgm:shape xmlns:r="http://schemas.openxmlformats.org/officeDocument/2006/relationships" type="wedgeRectCallout" r:blip="">
                <dgm:adjLst>
                  <dgm:adj idx="1" val="0"/>
                  <dgm:adj idx="2" val="0"/>
                </dgm:adjLst>
              </dgm:shape>
            </dgm:if>
            <dgm:else name="Name22">
              <dgm:choose name="Name23">
                <dgm:if name="Name24" axis="precedSib" ptType="node" func="cnt" op="equ" val="6">
                  <dgm:shape xmlns:r="http://schemas.openxmlformats.org/officeDocument/2006/relationships" type="wedgeRectCallout" r:blip="">
                    <dgm:adjLst>
                      <dgm:adj idx="1" val="0"/>
                      <dgm:adj idx="2" val="0"/>
                    </dgm:adjLst>
                  </dgm:shape>
                </dgm:if>
                <dgm:else name="Name25">
                  <dgm:choose name="Name26">
                    <dgm:if name="Name27" func="var" arg="dir" op="equ" val="norm">
                      <dgm:shape xmlns:r="http://schemas.openxmlformats.org/officeDocument/2006/relationships" type="wedgeRectCallout" r:blip="">
                        <dgm:adjLst>
                          <dgm:adj idx="1" val="0.625"/>
                          <dgm:adj idx="2" val="0.2083"/>
                        </dgm:adjLst>
                      </dgm:shape>
                    </dgm:if>
                    <dgm:else name="Name28">
                      <dgm:shape xmlns:r="http://schemas.openxmlformats.org/officeDocument/2006/relationships" type="wedgeRectCallout" r:blip="">
                        <dgm:adjLst>
                          <dgm:adj idx="1" val="-0.625"/>
                          <dgm:adj idx="2" val="0.2083"/>
                        </dgm:adjLst>
                      </dgm:shape>
                    </dgm:else>
                  </dgm:choose>
                </dgm:else>
              </dgm:choose>
            </dgm:else>
          </dgm:choose>
          <dgm:presOf axis="des" ptType="node"/>
        </dgm:layoutNode>
      </dgm:forEach>
    </dgm:forEach>
    <dgm:forEach name="Name29" axis="ch" ptType="node" st="7" cnt="1">
      <dgm:layoutNode name="ChildAccent7">
        <dgm:alg type="sp"/>
        <dgm:shape xmlns:r="http://schemas.openxmlformats.org/officeDocument/2006/relationships" r:blip="">
          <dgm:adjLst/>
        </dgm:shape>
        <dgm:presOf/>
        <dgm:constrLst/>
        <dgm:forEach name="Name30" ref="accentRepeat"/>
      </dgm:layoutNode>
      <dgm:layoutNode name="Child7" styleLbl="revTx">
        <dgm:varLst>
          <dgm:chMax val="0"/>
          <dgm:chPref val="0"/>
          <dgm:bulletEnabled val="1"/>
        </dgm:varLst>
        <dgm:choose name="Name31">
          <dgm:if name="Name32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33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7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  <dgm:forEach name="Name34" axis="ch" ptType="node" st="6" cnt="1">
      <dgm:layoutNode name="ChildAccent6">
        <dgm:alg type="sp"/>
        <dgm:shape xmlns:r="http://schemas.openxmlformats.org/officeDocument/2006/relationships" r:blip="">
          <dgm:adjLst/>
        </dgm:shape>
        <dgm:presOf/>
        <dgm:constrLst/>
        <dgm:forEach name="Name35" ref="accentRepeat"/>
      </dgm:layoutNode>
      <dgm:layoutNode name="Child6" styleLbl="revTx">
        <dgm:varLst>
          <dgm:chMax val="0"/>
          <dgm:chPref val="0"/>
          <dgm:bulletEnabled val="1"/>
        </dgm:varLst>
        <dgm:choose name="Name36">
          <dgm:if name="Name37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38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6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  <dgm:forEach name="Name39" axis="ch" ptType="node" st="5" cnt="1">
      <dgm:layoutNode name="ChildAccent5">
        <dgm:alg type="sp"/>
        <dgm:shape xmlns:r="http://schemas.openxmlformats.org/officeDocument/2006/relationships" r:blip="">
          <dgm:adjLst/>
        </dgm:shape>
        <dgm:presOf/>
        <dgm:constrLst/>
        <dgm:forEach name="Name40" ref="accentRepeat"/>
      </dgm:layoutNode>
      <dgm:layoutNode name="Child5" styleLbl="revTx">
        <dgm:varLst>
          <dgm:chMax val="0"/>
          <dgm:chPref val="0"/>
          <dgm:bulletEnabled val="1"/>
        </dgm:varLst>
        <dgm:choose name="Name41">
          <dgm:if name="Name42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43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5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  <dgm:forEach name="Name44" axis="ch" ptType="node" st="4" cnt="1">
      <dgm:layoutNode name="ChildAccent4">
        <dgm:alg type="sp"/>
        <dgm:shape xmlns:r="http://schemas.openxmlformats.org/officeDocument/2006/relationships" r:blip="">
          <dgm:adjLst/>
        </dgm:shape>
        <dgm:presOf/>
        <dgm:constrLst/>
        <dgm:forEach name="Name45" ref="accentRepeat"/>
      </dgm:layoutNode>
      <dgm:layoutNode name="Child4" styleLbl="revTx">
        <dgm:varLst>
          <dgm:chMax val="0"/>
          <dgm:chPref val="0"/>
          <dgm:bulletEnabled val="1"/>
        </dgm:varLst>
        <dgm:choose name="Name46">
          <dgm:if name="Name47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48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4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  <dgm:forEach name="Name49" axis="ch" ptType="node" st="3" cnt="1">
      <dgm:layoutNode name="ChildAccent3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Child3" styleLbl="revTx">
        <dgm:varLst>
          <dgm:chMax val="0"/>
          <dgm:chPref val="0"/>
          <dgm:bulletEnabled val="1"/>
        </dgm:varLst>
        <dgm:choose name="Name51">
          <dgm:if name="Name52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53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3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  <dgm:forEach name="Name54" axis="ch" ptType="node" st="2" cnt="1">
      <dgm:layoutNode name="ChildAccent2">
        <dgm:alg type="sp"/>
        <dgm:shape xmlns:r="http://schemas.openxmlformats.org/officeDocument/2006/relationships" r:blip="">
          <dgm:adjLst/>
        </dgm:shape>
        <dgm:presOf/>
        <dgm:constrLst/>
        <dgm:forEach name="Name55" ref="accentRepeat"/>
      </dgm:layoutNode>
      <dgm:layoutNode name="Child2" styleLbl="revTx">
        <dgm:varLst>
          <dgm:chMax val="0"/>
          <dgm:chPref val="0"/>
          <dgm:bulletEnabled val="1"/>
        </dgm:varLst>
        <dgm:choose name="Name56">
          <dgm:if name="Name57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58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2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  <dgm:forEach name="Name59" axis="ch" ptType="node" cnt="1">
      <dgm:layoutNode name="ChildAccent1">
        <dgm:alg type="sp"/>
        <dgm:shape xmlns:r="http://schemas.openxmlformats.org/officeDocument/2006/relationships" r:blip="">
          <dgm:adjLst/>
        </dgm:shape>
        <dgm:presOf/>
        <dgm:constrLst/>
        <dgm:forEach name="Name60" ref="accentRepeat"/>
      </dgm:layoutNode>
      <dgm:layoutNode name="Child1" styleLbl="revTx">
        <dgm:varLst>
          <dgm:chMax val="0"/>
          <dgm:chPref val="0"/>
          <dgm:bulletEnabled val="1"/>
        </dgm:varLst>
        <dgm:choose name="Name61">
          <dgm:if name="Name62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63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1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8B91F7-0A31-4809-8E31-54F32ACD1E72}" type="datetimeFigureOut">
              <a:rPr lang="en-GB" smtClean="0"/>
              <a:pPr/>
              <a:t>30/01/2026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5A70FC-228F-4487-8E14-68CAD584041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="" xmlns:p14="http://schemas.microsoft.com/office/powerpoint/2010/main" val="30764507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="" xmlns:p14="http://schemas.microsoft.com/office/powerpoint/2010/main" val="9815565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="" xmlns:p14="http://schemas.microsoft.com/office/powerpoint/2010/main" val="4456346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5FEB448-544F-1163-CF6D-D801EF6DAB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52240B45-37FF-28D2-69C1-D8842A0F2E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AA61B0F3-96B9-62B2-E1C5-4D3D4823B8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66083A-C1B7-4B46-82C5-289BB6E6D5A4}" type="datetime1">
              <a:rPr lang="en-IN" smtClean="0"/>
              <a:pPr/>
              <a:t>30-01-2026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15DB3F67-E836-5AA2-B32D-A0C3A93330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A11EEA5E-DC19-ABCD-6267-C545BA777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18694729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1050CDE-F21A-AC1C-7DD9-906370B0F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4139EE0-A89B-B238-94A4-DB32BBD14E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B6BAB674-71DE-8BA7-9D0E-C99F6B3C0FB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1009650" cy="365125"/>
          </a:xfrm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64BFFB7-4443-4602-A990-B076C1CFE86C}" type="datetime1">
              <a:rPr lang="en-IN" smtClean="0"/>
              <a:pPr/>
              <a:t>30-01-2026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8B72554B-0ACB-E334-5BBE-7A83BFE37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D3F062A5-E36B-5C05-6C36-F8372F2C1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32F6845-8F47-4AB8-B9CE-96D88E741707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1890550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822CC90-B089-5E25-D480-B40D5123B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9E671185-327E-E435-EB8B-F143CAF78D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47ADDF86-F686-ACE8-6852-5CEADD9A2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8F52-857A-4C89-954C-57943DB51290}" type="datetime1">
              <a:rPr lang="en-IN" smtClean="0"/>
              <a:pPr/>
              <a:t>30-01-2026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8558F106-1FED-5AA1-CFDF-7FE210507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FD45F0D7-F550-D351-1F6B-36B665CA0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37052039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6698191-3055-3CE7-ABAB-BF5225568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B07F01E-C1BB-CFE3-1062-5A8CAD20F5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290F16ED-635D-3C12-AE3C-37A43EAF14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BA80B84D-A3CA-9B7E-B7BB-4C18C1812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D7B4D-DDD6-4CA2-87A0-9BDD5E5268EC}" type="datetime1">
              <a:rPr lang="en-IN" smtClean="0"/>
              <a:pPr/>
              <a:t>30-01-2026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05881B66-06CA-0AE9-B95B-21A45DC5B3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F4B7665D-74F3-FC85-8C37-77F440223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24797023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6F1306E-11E1-8AB1-AF32-6F074D3C8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E38E7AAE-4628-F916-89C8-10A970EC98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98D7C0B7-4F02-5995-1FB1-8FB2DD1259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4B504026-A61A-C06F-3EA6-94F595A473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4CFF7FD0-380B-75A4-D9B0-F7EBC341DD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C80AA233-A9EB-E98D-4DDF-BC4B72808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30D9E5-0635-43A8-8973-488E7408FAF7}" type="datetime1">
              <a:rPr lang="en-IN" smtClean="0"/>
              <a:pPr/>
              <a:t>30-01-2026</a:t>
            </a:fld>
            <a:endParaRPr lang="en-IN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755E8074-1361-E322-F42C-F5D714099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56B9FECA-EE46-D87A-F259-E8022C362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3263430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9DB92FB-DA41-9013-AE3A-5882CEEE8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9A2620A1-C0CA-1D0E-E85E-5C1326F8C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D0CEA8-D591-4CC9-939A-A3BE6FD93E89}" type="datetime1">
              <a:rPr lang="en-IN" smtClean="0"/>
              <a:pPr/>
              <a:t>30-01-2026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763BD8B1-5363-075D-CDCC-8CAC0A6A7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46E4555F-1DC7-94CF-74D7-21521EE939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9968218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7B497F04-5F5B-E4F7-0A48-A1FBAC01C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E2297-DC8B-48E6-B6D6-34773F9A5984}" type="datetime1">
              <a:rPr lang="en-IN" smtClean="0"/>
              <a:pPr/>
              <a:t>30-01-2026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3EDCC3BA-DF88-8CE4-AB31-983A3C796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2817982A-25A2-0FA2-0BC4-48C8775F8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31138426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9217936-1384-3D53-34C7-E638688EF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4108029-8ADE-BDA5-4C8D-31C3615564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6D6CB47A-C96A-8918-E1EB-9A8DBEC727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ED65CB0D-C5CF-96B6-5923-222D7E403E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2A547-6E4B-4188-9BD5-035CB9C4BCC5}" type="datetime1">
              <a:rPr lang="en-IN" smtClean="0"/>
              <a:pPr/>
              <a:t>30-01-2026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C9A0E17E-D21B-9F95-DB42-019C9AB18C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2431A4E0-3F3F-3857-C2B7-EEDD3DF99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19239216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5BEDF05-F2AE-B072-8E2E-CB4CF5B08F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B20EF8F1-DFA6-282F-E8CD-83826A12E4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85808D68-B430-9A5B-4A9B-8549EA20AC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A0002EBD-67C3-A4B8-A83C-896997C53E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706E29-16A1-4AAE-B55B-4E3DB7265605}" type="datetime1">
              <a:rPr lang="en-IN" smtClean="0"/>
              <a:pPr/>
              <a:t>30-01-2026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92B00B68-5333-C602-6799-3D1B2E434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304925F4-1AF9-E8B5-0534-4714B5FAF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4799969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89011F1-D172-AE20-8D21-0A938E210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EE8E52B7-EB5E-AF2A-3525-5B4BBFD15A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316D7DCF-1783-47F8-CDB8-8B7167ECD0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C26915-BE00-456E-A9CA-DB9FE1FD674A}" type="datetime1">
              <a:rPr lang="en-IN" smtClean="0"/>
              <a:pPr/>
              <a:t>30-01-2026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F46968A7-C083-F20B-0369-2067E75DE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7255429C-96E8-1064-0F87-6D95D15F93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24487618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xmlns="" id="{86A47F57-697A-B97E-DD3A-2910D126C5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673F252A-D3F9-0BB4-D962-668169761B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B1B93D65-8824-8EBE-4CB8-E4D7750FE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2D233-408A-4415-B919-B7ECAA5043E2}" type="datetime1">
              <a:rPr lang="en-IN" smtClean="0"/>
              <a:pPr/>
              <a:t>30-01-2026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2A1EA1BA-06A5-9F5B-136C-80EDFD72E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B163C8CA-61F8-0704-0F6E-DDDD2B998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27487824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6309843D-C7AC-7DCA-D2A1-30C29BBAB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662A0867-11DA-F019-8907-1B3D8BD7C7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500DD53F-CA45-CCAE-9ADB-5B0F61393A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AC608B-7A9F-4336-97A2-89908E443DAD}" type="datetime1">
              <a:rPr lang="en-IN" smtClean="0"/>
              <a:pPr/>
              <a:t>30-01-2026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1C91FF70-F320-3E09-D811-B610D38CEA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999947EA-7073-9466-0549-46E86F1C89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2F6845-8F47-4AB8-B9CE-96D88E741707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2041945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tanushreer-7/8-sem-internship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3"/>
          <p:cNvSpPr txBox="1"/>
          <p:nvPr/>
        </p:nvSpPr>
        <p:spPr>
          <a:xfrm>
            <a:off x="6525369" y="2109718"/>
            <a:ext cx="5514300" cy="202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/>
              <a:buNone/>
            </a:pPr>
            <a:r>
              <a:rPr lang="en-GB" sz="20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Under the Supervision of,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ctr" rtl="0"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/>
              <a:buNone/>
            </a:pPr>
            <a:endParaRPr sz="20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  <a:p>
            <a:pPr>
              <a:spcBef>
                <a:spcPts val="340"/>
              </a:spcBef>
            </a:pPr>
            <a:r>
              <a:rPr lang="en-GB" sz="1700" b="1" dirty="0" smtClean="0">
                <a:solidFill>
                  <a:srgbClr val="17365D"/>
                </a:solidFill>
                <a:latin typeface="Cambria"/>
                <a:ea typeface="Cambria"/>
                <a:cs typeface="Verdana"/>
              </a:rPr>
              <a:t>Ms. Sandhya L</a:t>
            </a:r>
            <a:endParaRPr lang="en-US" dirty="0" smtClean="0">
              <a:latin typeface="Cambria"/>
              <a:ea typeface="Cambria"/>
            </a:endParaRPr>
          </a:p>
          <a:p>
            <a:pPr>
              <a:spcBef>
                <a:spcPts val="340"/>
              </a:spcBef>
            </a:pPr>
            <a:r>
              <a:rPr lang="en-GB" sz="1700" b="1" dirty="0" smtClean="0">
                <a:solidFill>
                  <a:srgbClr val="17365D"/>
                </a:solidFill>
                <a:latin typeface="Cambria"/>
                <a:ea typeface="Cambria"/>
                <a:cs typeface="Verdana"/>
              </a:rPr>
              <a:t>Assistant Professor</a:t>
            </a:r>
            <a:endParaRPr lang="en-US" dirty="0" smtClean="0">
              <a:latin typeface="Cambria"/>
              <a:ea typeface="Cambria"/>
            </a:endParaRPr>
          </a:p>
          <a:p>
            <a:pPr>
              <a:spcBef>
                <a:spcPts val="340"/>
              </a:spcBef>
            </a:pPr>
            <a:r>
              <a:rPr lang="en-GB" sz="1700" b="1" dirty="0" smtClean="0">
                <a:solidFill>
                  <a:srgbClr val="17365D"/>
                </a:solidFill>
                <a:latin typeface="Cambria"/>
                <a:ea typeface="Cambria"/>
                <a:cs typeface="Verdana"/>
              </a:rPr>
              <a:t>Presidency School of CSE</a:t>
            </a:r>
            <a:endParaRPr lang="en-US" dirty="0" smtClean="0">
              <a:latin typeface="Cambria"/>
              <a:ea typeface="Cambria"/>
            </a:endParaRPr>
          </a:p>
          <a:p>
            <a:pPr>
              <a:spcBef>
                <a:spcPts val="340"/>
              </a:spcBef>
            </a:pPr>
            <a:r>
              <a:rPr lang="en-GB" sz="1700" b="1" dirty="0" smtClean="0">
                <a:solidFill>
                  <a:srgbClr val="17365D"/>
                </a:solidFill>
                <a:latin typeface="Cambria"/>
                <a:ea typeface="Cambria"/>
                <a:cs typeface="Verdana"/>
              </a:rPr>
              <a:t>Presidency University</a:t>
            </a:r>
            <a:endParaRPr lang="en-US" dirty="0" smtClean="0">
              <a:latin typeface="Cambria"/>
              <a:ea typeface="Cambria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/>
              <a:buNone/>
            </a:pPr>
            <a:endParaRPr sz="20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</p:txBody>
      </p:sp>
      <p:sp>
        <p:nvSpPr>
          <p:cNvPr id="8" name="Google Shape;91;p13"/>
          <p:cNvSpPr txBox="1"/>
          <p:nvPr/>
        </p:nvSpPr>
        <p:spPr>
          <a:xfrm>
            <a:off x="156411" y="4130278"/>
            <a:ext cx="12249915" cy="15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buClr>
                <a:srgbClr val="17365D"/>
              </a:buClr>
              <a:buSzPct val="100000"/>
            </a:pPr>
            <a:r>
              <a:rPr lang="en-US" sz="2000" b="1" i="0" u="none" strike="noStrike" cap="none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Program: </a:t>
            </a:r>
            <a:r>
              <a:rPr lang="en-US" sz="20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B.Tech - CBD</a:t>
            </a:r>
            <a:endParaRPr lang="en-US" sz="2000" b="1" i="0" u="none" strike="noStrike" cap="none" dirty="0" smtClean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  <a:p>
            <a:pPr lvl="0">
              <a:buClr>
                <a:srgbClr val="17365D"/>
              </a:buClr>
              <a:buSzPct val="100000"/>
            </a:pPr>
            <a:r>
              <a:rPr lang="en-US" sz="20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HoD: </a:t>
            </a:r>
            <a:r>
              <a:rPr lang="en-US" sz="20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Dr. Pravinth Raja</a:t>
            </a:r>
            <a:endParaRPr lang="en-US" sz="2000" b="1" dirty="0" smtClean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  <a:p>
            <a:pPr lvl="0">
              <a:buClr>
                <a:srgbClr val="17365D"/>
              </a:buClr>
              <a:buSzPct val="100000"/>
            </a:pPr>
            <a:r>
              <a:rPr lang="en-US" sz="2000" b="1" i="0" u="none" strike="noStrike" cap="none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Program Internship Coordinator: </a:t>
            </a:r>
            <a:r>
              <a:rPr lang="en-US" sz="20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Ms. Nisha Robin Rohit</a:t>
            </a:r>
            <a:endParaRPr lang="en-US" sz="2000" b="1" i="0" u="none" strike="noStrike" cap="none" dirty="0" smtClean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  <a:p>
            <a:pPr lvl="0">
              <a:buClr>
                <a:srgbClr val="17365D"/>
              </a:buClr>
              <a:buSzPct val="100000"/>
            </a:pPr>
            <a:r>
              <a:rPr lang="en-US" sz="2000" b="1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</a:t>
            </a:r>
            <a:r>
              <a:rPr lang="en-US" sz="20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School Internship Coordinator: </a:t>
            </a: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D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r</a:t>
            </a: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. Md Ziaur 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Rahman</a:t>
            </a:r>
          </a:p>
          <a:p>
            <a:pPr lvl="0">
              <a:buClr>
                <a:srgbClr val="17365D"/>
              </a:buClr>
              <a:buSzPct val="100000"/>
            </a:pP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 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													</a:t>
            </a:r>
            <a:endParaRPr sz="2000" b="1" i="0" u="none" strike="noStrike" cap="none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838200" y="130629"/>
            <a:ext cx="10515600" cy="1560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/>
              <a:buNone/>
              <a:defRPr sz="2800" b="1" i="0" u="none" strike="noStrike" cap="none">
                <a:solidFill>
                  <a:srgbClr val="17365D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altLang="en-US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CSE7302 - INTERNSHIP</a:t>
            </a:r>
            <a:r>
              <a:rPr lang="en-I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 smtClean="0">
                <a:solidFill>
                  <a:srgbClr val="0070C0"/>
                </a:solidFill>
                <a:latin typeface="Times New Roman" panose="02020603050405020304" pitchFamily="18" charset="0"/>
                <a:ea typeface="Tahoma" pitchFamily="34" charset="0"/>
                <a:cs typeface="Times New Roman" panose="02020603050405020304" pitchFamily="18" charset="0"/>
              </a:rPr>
              <a:t>Review-2 Presentation </a:t>
            </a:r>
            <a:br>
              <a:rPr lang="en-US" sz="2400" dirty="0" smtClean="0">
                <a:solidFill>
                  <a:srgbClr val="0070C0"/>
                </a:solidFill>
                <a:latin typeface="Times New Roman" panose="02020603050405020304" pitchFamily="18" charset="0"/>
                <a:ea typeface="Tahoma" pitchFamily="34" charset="0"/>
                <a:cs typeface="Times New Roman" panose="02020603050405020304" pitchFamily="18" charset="0"/>
              </a:rPr>
            </a:br>
            <a:r>
              <a:rPr lang="en-US" sz="2400" dirty="0" smtClean="0">
                <a:solidFill>
                  <a:srgbClr val="0070C0"/>
                </a:solidFill>
                <a:latin typeface="Times New Roman" panose="02020603050405020304" pitchFamily="18" charset="0"/>
                <a:ea typeface="Tahoma" pitchFamily="34" charset="0"/>
                <a:cs typeface="Times New Roman" panose="02020603050405020304" pitchFamily="18" charset="0"/>
              </a:rPr>
              <a:t> Audit &amp; Assurance -</a:t>
            </a:r>
            <a:r>
              <a:rPr lang="en-US" sz="2400" dirty="0" smtClean="0">
                <a:solidFill>
                  <a:srgbClr val="0070C0"/>
                </a:solidFill>
                <a:latin typeface="Times New Roman" panose="02020603050405020304" pitchFamily="18" charset="0"/>
                <a:ea typeface="Tahoma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smtClean="0">
                <a:solidFill>
                  <a:srgbClr val="0070C0"/>
                </a:solidFill>
                <a:latin typeface="Times New Roman" panose="02020603050405020304" pitchFamily="18" charset="0"/>
                <a:ea typeface="Tahoma" pitchFamily="34" charset="0"/>
                <a:cs typeface="Times New Roman" panose="02020603050405020304" pitchFamily="18" charset="0"/>
              </a:rPr>
              <a:t>ITDA </a:t>
            </a:r>
            <a:r>
              <a:rPr lang="en-US" sz="2400" dirty="0" smtClean="0">
                <a:solidFill>
                  <a:srgbClr val="0070C0"/>
                </a:solidFill>
                <a:latin typeface="Times New Roman" panose="02020603050405020304" pitchFamily="18" charset="0"/>
                <a:ea typeface="Tahoma" pitchFamily="34" charset="0"/>
                <a:cs typeface="Times New Roman" panose="02020603050405020304" pitchFamily="18" charset="0"/>
              </a:rPr>
              <a:t/>
            </a:r>
            <a:br>
              <a:rPr lang="en-US" sz="2400" dirty="0" smtClean="0">
                <a:solidFill>
                  <a:srgbClr val="0070C0"/>
                </a:solidFill>
                <a:latin typeface="Times New Roman" panose="02020603050405020304" pitchFamily="18" charset="0"/>
                <a:ea typeface="Tahoma" pitchFamily="34" charset="0"/>
                <a:cs typeface="Times New Roman" panose="02020603050405020304" pitchFamily="18" charset="0"/>
              </a:rPr>
            </a:b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/>
          </p:nvPr>
        </p:nvGraphicFramePr>
        <p:xfrm>
          <a:off x="601909" y="1911875"/>
          <a:ext cx="5321552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70">
                  <a:extLst>
                    <a:ext uri="{9D8B030D-6E8A-4147-A177-3AD203B41FA5}">
                      <a16:colId xmlns="" xmlns:a16="http://schemas.microsoft.com/office/drawing/2014/main" val="2689928737"/>
                    </a:ext>
                  </a:extLst>
                </a:gridCol>
                <a:gridCol w="3950282">
                  <a:extLst>
                    <a:ext uri="{9D8B030D-6E8A-4147-A177-3AD203B41FA5}">
                      <a16:colId xmlns="" xmlns:a16="http://schemas.microsoft.com/office/drawing/2014/main" val="3965538731"/>
                    </a:ext>
                  </a:extLst>
                </a:gridCol>
              </a:tblGrid>
              <a:tr h="362263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Student Details</a:t>
                      </a:r>
                      <a:endParaRPr lang="en-US" dirty="0"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2965105319"/>
                  </a:ext>
                </a:extLst>
              </a:tr>
              <a:tr h="362263">
                <a:tc>
                  <a:txBody>
                    <a:bodyPr/>
                    <a:lstStyle/>
                    <a:p>
                      <a:pPr algn="l"/>
                      <a:r>
                        <a:rPr lang="en-US" b="1" dirty="0" smtClean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Name</a:t>
                      </a:r>
                      <a:endParaRPr lang="en-US" b="1" dirty="0"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Tanushree R</a:t>
                      </a:r>
                      <a:endParaRPr lang="en-US" dirty="0"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673540802"/>
                  </a:ext>
                </a:extLst>
              </a:tr>
              <a:tr h="362263">
                <a:tc>
                  <a:txBody>
                    <a:bodyPr/>
                    <a:lstStyle/>
                    <a:p>
                      <a:pPr algn="l"/>
                      <a:r>
                        <a:rPr lang="en-US" b="1" dirty="0" smtClean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Roll No</a:t>
                      </a:r>
                      <a:endParaRPr lang="en-US" b="1" dirty="0"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20221CBD0029</a:t>
                      </a:r>
                      <a:endParaRPr lang="en-US" dirty="0"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825509489"/>
                  </a:ext>
                </a:extLst>
              </a:tr>
              <a:tr h="362263">
                <a:tc>
                  <a:txBody>
                    <a:bodyPr/>
                    <a:lstStyle/>
                    <a:p>
                      <a:pPr algn="l"/>
                      <a:r>
                        <a:rPr lang="en-US" b="1" dirty="0" smtClean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Section</a:t>
                      </a:r>
                      <a:endParaRPr lang="en-US" b="1" dirty="0"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8CBD01</a:t>
                      </a:r>
                      <a:endParaRPr lang="en-US" dirty="0"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2782681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="" xmlns:p14="http://schemas.microsoft.com/office/powerpoint/2010/main" val="3066724582"/>
      </p:ext>
    </p:extLst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4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/>
              <a:buNone/>
            </a:pPr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Content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7" name="Google Shape;97;p14"/>
          <p:cNvSpPr txBox="1">
            <a:spLocks noGrp="1"/>
          </p:cNvSpPr>
          <p:nvPr>
            <p:ph type="body" idx="1"/>
          </p:nvPr>
        </p:nvSpPr>
        <p:spPr>
          <a:xfrm>
            <a:off x="704516" y="902370"/>
            <a:ext cx="10668000" cy="4271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US" sz="20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About Company or </a:t>
            </a:r>
            <a:r>
              <a:rPr lang="en-US" sz="2000" b="1" dirty="0" smtClean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Organization</a:t>
            </a:r>
          </a:p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Working domain or the technology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About your team and reporting Manager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Challenges Faced in Internship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 of the </a:t>
            </a:r>
            <a:r>
              <a:rPr lang="en-IN" sz="2000" b="1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</a:t>
            </a:r>
          </a:p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</a:p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Proposed System</a:t>
            </a:r>
          </a:p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Requirements</a:t>
            </a:r>
          </a:p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Advantages of Proposed System/Work</a:t>
            </a:r>
          </a:p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Internship Roadmap</a:t>
            </a:r>
          </a:p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 Link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lvl="0" indent="-3429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Wingdings" panose="05000000000000000000" pitchFamily="2" charset="2"/>
              <a:buChar char="Ø"/>
            </a:pPr>
            <a:endParaRPr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562940431"/>
      </p:ext>
    </p:extLst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79904"/>
          </a:xfrm>
        </p:spPr>
        <p:txBody>
          <a:bodyPr/>
          <a:lstStyle/>
          <a:p>
            <a:r>
              <a:rPr lang="en-US" sz="3200" b="1" dirty="0" smtClean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About Company or Organization</a:t>
            </a:r>
            <a:endParaRPr lang="en-US" sz="3200" b="1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074" y="1188723"/>
            <a:ext cx="10515600" cy="4193176"/>
          </a:xfrm>
        </p:spPr>
        <p:txBody>
          <a:bodyPr>
            <a:normAutofit lnSpcReduction="10000"/>
          </a:bodyPr>
          <a:lstStyle/>
          <a:p>
            <a:pPr algn="just"/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Deloitte India is a massive professional services network offering audit, consulting, financial, risk advisory, and tax services. </a:t>
            </a:r>
          </a:p>
          <a:p>
            <a:pPr algn="just"/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Formed from legacy Indian firms established in the late 19th/early 20th centuries, it has grown to serve both India's burgeoning economy and the U.S., with a massive presence across the country. </a:t>
            </a:r>
          </a:p>
          <a:p>
            <a:pPr algn="just"/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Services Offered: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  Core services include Audit &amp; Assurance, Consulting, Financial Advisory, Risk Advisory, and Tax.</a:t>
            </a:r>
          </a:p>
          <a:p>
            <a:pPr algn="just"/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It's part of the global Deloitte network (Deloitte Touche Tohmatsu Limited), a collection of independent member firms providing services worldwide. 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</p:spTree>
    <p:extLst>
      <p:ext uri="{BB962C8B-B14F-4D97-AF65-F5344CB8AC3E}">
        <p14:creationId xmlns="" xmlns:p14="http://schemas.microsoft.com/office/powerpoint/2010/main" val="1558138914"/>
      </p:ext>
    </p:extLst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r>
              <a:rPr lang="en-IN" sz="3200" b="1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Working domain or the technology</a:t>
            </a:r>
            <a:endParaRPr lang="en-IN" sz="3200" b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/>
          <a:lstStyle/>
          <a:p>
            <a:pPr algn="just"/>
            <a:r>
              <a:rPr lang="en-IN" dirty="0" smtClean="0">
                <a:latin typeface="Times New Roman" pitchFamily="18" charset="0"/>
                <a:cs typeface="Times New Roman" pitchFamily="18" charset="0"/>
              </a:rPr>
              <a:t>Assigned Domain: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Capability Enhancement Center (CEC) within the IT, Data &amp; Analytics (ITDA). The ITDA CEC team specializes in technology risk audits, focusing on processes and controls to evaluate and provide assurance on a client’s IT environment and internal control systems. </a:t>
            </a:r>
          </a:p>
          <a:p>
            <a:pPr algn="just"/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As an intern in Audit &amp; Assurance - ITDA CEC team, I’ll:</a:t>
            </a:r>
            <a:r>
              <a:rPr lang="en-IN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Client &amp; Project Understanding, Audit Execution, Documentation, Team collaboration and Initiatives.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4</a:t>
            </a:fld>
            <a:endParaRPr lang="en-US" altLang="en-US"/>
          </a:p>
        </p:txBody>
      </p:sp>
    </p:spTree>
    <p:extLst>
      <p:ext uri="{BB962C8B-B14F-4D97-AF65-F5344CB8AC3E}">
        <p14:creationId xmlns="" xmlns:p14="http://schemas.microsoft.com/office/powerpoint/2010/main" val="658682123"/>
      </p:ext>
    </p:extLst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r>
              <a:rPr lang="en-IN" sz="3200" b="1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About your team and reporting Manager</a:t>
            </a:r>
            <a:endParaRPr lang="en-IN" sz="3200" b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/>
          <a:lstStyle/>
          <a:p>
            <a:r>
              <a:rPr lang="en-I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Engagement Work: </a:t>
            </a: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DQA Review</a:t>
            </a:r>
          </a:p>
          <a:p>
            <a:r>
              <a:rPr lang="en-I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Work Assigning Manager: </a:t>
            </a:r>
            <a:r>
              <a:rPr lang="en-I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Priyalata</a:t>
            </a: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K and </a:t>
            </a:r>
            <a:r>
              <a:rPr lang="en-I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Priyanka</a:t>
            </a: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P</a:t>
            </a:r>
          </a:p>
          <a:p>
            <a:r>
              <a:rPr lang="en-I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My work</a:t>
            </a: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 Preparing Memo and Power Bi o/p</a:t>
            </a:r>
          </a:p>
          <a:p>
            <a:r>
              <a:rPr lang="en-I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Reporting Manager: </a:t>
            </a: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Soundaryasri K S </a:t>
            </a:r>
            <a:endParaRPr lang="en-I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endParaRPr lang="en-I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Engagement Manager is different for different engagements</a:t>
            </a:r>
          </a:p>
          <a:p>
            <a:pPr>
              <a:buNone/>
            </a:pPr>
            <a:endParaRPr lang="en-I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endParaRPr lang="en-I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5</a:t>
            </a:fld>
            <a:endParaRPr lang="en-US" altLang="en-US"/>
          </a:p>
        </p:txBody>
      </p:sp>
    </p:spTree>
    <p:extLst>
      <p:ext uri="{BB962C8B-B14F-4D97-AF65-F5344CB8AC3E}">
        <p14:creationId xmlns="" xmlns:p14="http://schemas.microsoft.com/office/powerpoint/2010/main" val="2510696604"/>
      </p:ext>
    </p:extLst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r>
              <a:rPr lang="en-IN" sz="3200" b="1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Challenges Faced in Internship</a:t>
            </a:r>
            <a:endParaRPr lang="en-IN" sz="3200" b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/>
          <a:lstStyle/>
          <a:p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Fast paced work</a:t>
            </a:r>
          </a:p>
          <a:p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Meeting Deadlines</a:t>
            </a:r>
            <a:endParaRPr lang="en-I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Adaptability</a:t>
            </a:r>
          </a:p>
          <a:p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6</a:t>
            </a:fld>
            <a:endParaRPr lang="en-US" altLang="en-US"/>
          </a:p>
        </p:txBody>
      </p:sp>
    </p:spTree>
    <p:extLst>
      <p:ext uri="{BB962C8B-B14F-4D97-AF65-F5344CB8AC3E}">
        <p14:creationId xmlns="" xmlns:p14="http://schemas.microsoft.com/office/powerpoint/2010/main" val="1206156993"/>
      </p:ext>
    </p:extLst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r>
              <a:rPr lang="en-IN" sz="3200" b="1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 of the work</a:t>
            </a:r>
            <a:endParaRPr lang="en-IN" sz="3200" b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/>
          <a:lstStyle/>
          <a:p>
            <a:pPr>
              <a:buNone/>
            </a:pP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Ensuring data is:</a:t>
            </a:r>
          </a:p>
          <a:p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Accurate</a:t>
            </a:r>
            <a:endParaRPr lang="en-I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Complete</a:t>
            </a:r>
          </a:p>
          <a:p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Reliable</a:t>
            </a:r>
          </a:p>
          <a:p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onsistent</a:t>
            </a:r>
          </a:p>
          <a:p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alid</a:t>
            </a:r>
          </a:p>
          <a:p>
            <a:endParaRPr lang="en-I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</p:spTree>
    <p:extLst>
      <p:ext uri="{BB962C8B-B14F-4D97-AF65-F5344CB8AC3E}">
        <p14:creationId xmlns="" xmlns:p14="http://schemas.microsoft.com/office/powerpoint/2010/main" val="2516334746"/>
      </p:ext>
    </p:extLst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pPr marL="152400" algn="just">
              <a:lnSpc>
                <a:spcPct val="100000"/>
              </a:lnSpc>
              <a:spcBef>
                <a:spcPts val="0"/>
              </a:spcBef>
            </a:pPr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/>
          <a:lstStyle/>
          <a:p>
            <a:pPr>
              <a:buNone/>
            </a:pP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Not applicable to the internship</a:t>
            </a:r>
          </a:p>
          <a:p>
            <a:pPr>
              <a:buNone/>
            </a:pPr>
            <a:endParaRPr lang="en-I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(I was assigned to complete a set of </a:t>
            </a:r>
            <a:r>
              <a:rPr lang="en-I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elearnings</a:t>
            </a: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related to </a:t>
            </a: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eloitte and the job role.)</a:t>
            </a:r>
          </a:p>
          <a:p>
            <a:pPr>
              <a:buNone/>
            </a:pPr>
            <a:endParaRPr lang="en-I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8</a:t>
            </a:fld>
            <a:endParaRPr lang="en-US" altLang="en-US"/>
          </a:p>
        </p:txBody>
      </p:sp>
    </p:spTree>
    <p:extLst>
      <p:ext uri="{BB962C8B-B14F-4D97-AF65-F5344CB8AC3E}">
        <p14:creationId xmlns="" xmlns:p14="http://schemas.microsoft.com/office/powerpoint/2010/main" val="972927743"/>
      </p:ext>
    </p:extLst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pPr marL="152400" algn="just">
              <a:lnSpc>
                <a:spcPct val="100000"/>
              </a:lnSpc>
              <a:spcBef>
                <a:spcPts val="0"/>
              </a:spcBef>
            </a:pPr>
            <a:r>
              <a:rPr lang="en-IN" sz="3200" b="1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Proposed System / Work</a:t>
            </a:r>
            <a:endParaRPr lang="en-IN" sz="3200" b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/>
          <a:lstStyle/>
          <a:p>
            <a:pPr>
              <a:buNone/>
            </a:pP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DQA Roadmap: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Get access to engagement and unlock the file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Prepare memo and power bi o/p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and send them to ET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Review the work and update the memo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Resolve the alerts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Lock the file for second power bi run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Compare both the o/</a:t>
            </a:r>
            <a:r>
              <a:rPr lang="en-I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ps</a:t>
            </a: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’, if no changes proceed with archival else one more round of power bi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9</a:t>
            </a:fld>
            <a:endParaRPr lang="en-US" altLang="en-US"/>
          </a:p>
        </p:txBody>
      </p:sp>
    </p:spTree>
    <p:extLst>
      <p:ext uri="{BB962C8B-B14F-4D97-AF65-F5344CB8AC3E}">
        <p14:creationId xmlns="" xmlns:p14="http://schemas.microsoft.com/office/powerpoint/2010/main" val="3552477036"/>
      </p:ext>
    </p:extLst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pPr marL="152400" algn="just">
              <a:lnSpc>
                <a:spcPct val="100000"/>
              </a:lnSpc>
              <a:spcBef>
                <a:spcPts val="0"/>
              </a:spcBef>
            </a:pPr>
            <a:r>
              <a:rPr lang="en-IN" sz="3200" b="1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  <a:endParaRPr lang="en-IN" sz="3200" b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/>
          <a:lstStyle/>
          <a:p>
            <a:pPr>
              <a:buNone/>
            </a:pP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Check if all the audit files have been documented properly and are available in the portal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10</a:t>
            </a:fld>
            <a:endParaRPr lang="en-US" altLang="en-US"/>
          </a:p>
        </p:txBody>
      </p:sp>
    </p:spTree>
    <p:extLst>
      <p:ext uri="{BB962C8B-B14F-4D97-AF65-F5344CB8AC3E}">
        <p14:creationId xmlns="" xmlns:p14="http://schemas.microsoft.com/office/powerpoint/2010/main" val="450598060"/>
      </p:ext>
    </p:extLst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pPr marL="152400" algn="just">
              <a:lnSpc>
                <a:spcPct val="100000"/>
              </a:lnSpc>
              <a:spcBef>
                <a:spcPts val="0"/>
              </a:spcBef>
            </a:pPr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/>
          <a:lstStyle/>
          <a:p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Not Applicable</a:t>
            </a:r>
          </a:p>
          <a:p>
            <a:endParaRPr lang="en-I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(Had to complete courses related to my job role to understand and complete my work more efficiently) 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11</a:t>
            </a:fld>
            <a:endParaRPr lang="en-US" altLang="en-US"/>
          </a:p>
        </p:txBody>
      </p:sp>
    </p:spTree>
    <p:extLst>
      <p:ext uri="{BB962C8B-B14F-4D97-AF65-F5344CB8AC3E}">
        <p14:creationId xmlns="" xmlns:p14="http://schemas.microsoft.com/office/powerpoint/2010/main" val="3128696043"/>
      </p:ext>
    </p:extLst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pPr marL="152400" algn="just">
              <a:lnSpc>
                <a:spcPct val="100000"/>
              </a:lnSpc>
              <a:spcBef>
                <a:spcPts val="0"/>
              </a:spcBef>
            </a:pPr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Advantages of Proposed System/Work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/>
          <a:lstStyle/>
          <a:p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Enhanced OE</a:t>
            </a:r>
          </a:p>
          <a:p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Improved Data Quality</a:t>
            </a:r>
          </a:p>
          <a:p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Reduce Errors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12</a:t>
            </a:fld>
            <a:endParaRPr lang="en-US" altLang="en-US"/>
          </a:p>
        </p:txBody>
      </p:sp>
    </p:spTree>
    <p:extLst>
      <p:ext uri="{BB962C8B-B14F-4D97-AF65-F5344CB8AC3E}">
        <p14:creationId xmlns="" xmlns:p14="http://schemas.microsoft.com/office/powerpoint/2010/main" val="2246652179"/>
      </p:ext>
    </p:extLst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96311"/>
          </a:xfrm>
        </p:spPr>
        <p:txBody>
          <a:bodyPr/>
          <a:lstStyle/>
          <a:p>
            <a:r>
              <a:rPr lang="en-US" sz="3200" b="1" dirty="0" smtClean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Internship Road Map</a:t>
            </a:r>
            <a:endParaRPr lang="en-US" sz="3200" b="1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13</a:t>
            </a:fld>
            <a:endParaRPr lang="en-US" altLang="en-US"/>
          </a:p>
        </p:txBody>
      </p:sp>
      <p:graphicFrame>
        <p:nvGraphicFramePr>
          <p:cNvPr id="8" name="Content Placeholder 7"/>
          <p:cNvGraphicFramePr>
            <a:graphicFrameLocks noGrp="1"/>
          </p:cNvGraphicFramePr>
          <p:nvPr>
            <p:ph idx="1"/>
            <p:extLst/>
          </p:nvPr>
        </p:nvGraphicFramePr>
        <p:xfrm>
          <a:off x="838200" y="1210491"/>
          <a:ext cx="10515600" cy="405819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70371" y="901298"/>
            <a:ext cx="69488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>
                <a:solidFill>
                  <a:srgbClr val="0070C0"/>
                </a:solidFill>
              </a:rPr>
              <a:t>Note: Write in the below table what u will be achieving in each review</a:t>
            </a:r>
            <a:endParaRPr lang="en-GB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="" xmlns:p14="http://schemas.microsoft.com/office/powerpoint/2010/main" val="3497100239"/>
      </p:ext>
    </p:extLst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96311"/>
          </a:xfrm>
        </p:spPr>
        <p:txBody>
          <a:bodyPr/>
          <a:lstStyle/>
          <a:p>
            <a:r>
              <a:rPr lang="en-US" sz="3200" b="1" dirty="0" smtClean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 Link</a:t>
            </a:r>
            <a:endParaRPr lang="en-US" sz="3200" b="1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14</a:t>
            </a:fld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6308" y="1061297"/>
            <a:ext cx="10515600" cy="4351338"/>
          </a:xfrm>
        </p:spPr>
        <p:txBody>
          <a:bodyPr/>
          <a:lstStyle/>
          <a:p>
            <a:pPr>
              <a:buNone/>
            </a:pPr>
            <a:r>
              <a:rPr lang="en-US" dirty="0" smtClean="0">
                <a:hlinkClick r:id="rId2"/>
              </a:rPr>
              <a:t>https://github.com/tanushreer-7/8-sem-internship</a:t>
            </a:r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295621377"/>
      </p:ext>
    </p:extLst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0"/>
            <a:ext cx="12192000" cy="6858000"/>
          </a:xfrm>
          <a:solidFill>
            <a:schemeClr val="accent1">
              <a:lumMod val="50000"/>
            </a:schemeClr>
          </a:solidFill>
        </p:spPr>
        <p:txBody>
          <a:bodyPr/>
          <a:lstStyle/>
          <a:p>
            <a:pPr marL="0" indent="0" algn="ctr">
              <a:buNone/>
            </a:pPr>
            <a:endParaRPr lang="en-US" sz="6600" dirty="0" smtClean="0">
              <a:solidFill>
                <a:srgbClr val="FFFF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sz="66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6600" dirty="0" smtClean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6600" dirty="0" smtClean="0">
                <a:solidFill>
                  <a:schemeClr val="accent2">
                    <a:lumMod val="40000"/>
                    <a:lumOff val="6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Q&amp;A</a:t>
            </a:r>
          </a:p>
          <a:p>
            <a:pPr marL="0" indent="0" algn="ctr">
              <a:buNone/>
            </a:pPr>
            <a:endParaRPr lang="en-US" sz="6600" dirty="0">
              <a:solidFill>
                <a:srgbClr val="A7118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>
                <a:defRPr/>
              </a:pPr>
              <a:t>15</a:t>
            </a:fld>
            <a:endParaRPr lang="en-US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7" descr="bd04924_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5253" y="2150340"/>
            <a:ext cx="2841170" cy="38324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="" xmlns:p14="http://schemas.microsoft.com/office/powerpoint/2010/main" val="97546580"/>
      </p:ext>
    </p:extLst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547258"/>
            <a:ext cx="10515600" cy="1214846"/>
          </a:xfrm>
        </p:spPr>
        <p:txBody>
          <a:bodyPr/>
          <a:lstStyle/>
          <a:p>
            <a:pPr marL="0" indent="0" algn="ctr">
              <a:buNone/>
            </a:pPr>
            <a:r>
              <a:rPr lang="en-US" sz="6600" dirty="0" smtClean="0">
                <a:solidFill>
                  <a:srgbClr val="A7118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 !!</a:t>
            </a:r>
            <a:endParaRPr lang="en-US" sz="6600" dirty="0">
              <a:solidFill>
                <a:srgbClr val="A7118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16</a:t>
            </a:fld>
            <a:endParaRPr lang="en-US" altLang="en-US"/>
          </a:p>
        </p:txBody>
      </p:sp>
    </p:spTree>
    <p:extLst>
      <p:ext uri="{BB962C8B-B14F-4D97-AF65-F5344CB8AC3E}">
        <p14:creationId xmlns="" xmlns:p14="http://schemas.microsoft.com/office/powerpoint/2010/main" val="696605960"/>
      </p:ext>
    </p:extLst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7046</TotalTime>
  <Words>521</Words>
  <Application>Microsoft Office PowerPoint</Application>
  <PresentationFormat>Custom</PresentationFormat>
  <Paragraphs>113</Paragraphs>
  <Slides>16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Office Theme</vt:lpstr>
      <vt:lpstr>Slide 1</vt:lpstr>
      <vt:lpstr>Content</vt:lpstr>
      <vt:lpstr>About Company or Organization</vt:lpstr>
      <vt:lpstr>Working domain or the technology</vt:lpstr>
      <vt:lpstr>About your team and reporting Manager</vt:lpstr>
      <vt:lpstr>Challenges Faced in Internship</vt:lpstr>
      <vt:lpstr>Objectives of the work</vt:lpstr>
      <vt:lpstr>Literature Review</vt:lpstr>
      <vt:lpstr>Proposed System / Work</vt:lpstr>
      <vt:lpstr>Problem Statement</vt:lpstr>
      <vt:lpstr>System Requirements</vt:lpstr>
      <vt:lpstr>Advantages of Proposed System/Work</vt:lpstr>
      <vt:lpstr>Internship Road Map</vt:lpstr>
      <vt:lpstr>Github Link</vt:lpstr>
      <vt:lpstr>Slide 15</vt:lpstr>
      <vt:lpstr>Slide 16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Gopalakrishnan N-Asst. Prof-CIV</dc:creator>
  <cp:lastModifiedBy>user</cp:lastModifiedBy>
  <cp:revision>740</cp:revision>
  <dcterms:created xsi:type="dcterms:W3CDTF">2022-10-14T07:18:17Z</dcterms:created>
  <dcterms:modified xsi:type="dcterms:W3CDTF">2026-01-30T18:33:48Z</dcterms:modified>
</cp:coreProperties>
</file>