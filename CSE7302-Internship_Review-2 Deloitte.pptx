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76" r:id="rId4"/>
    <p:sldId id="277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8" r:id="rId14"/>
    <p:sldId id="279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-7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/>
          <a:r>
            <a: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company’s structure and workflow. Adapting to the workplace environment</a:t>
          </a: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Attend all the training sessions and accreditation. And start e-learning courses.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Complete all the e-</a:t>
          </a:r>
          <a:r>
            <a:rPr lang="en-US" sz="16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learnings</a:t>
          </a:r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on time provided by the company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52B307F-C8E5-41FD-BB46-B8BF16D28037}">
      <dgm:prSet custT="1"/>
      <dgm:spPr/>
      <dgm:t>
        <a:bodyPr/>
        <a:lstStyle/>
        <a:p>
          <a:pPr algn="ctr"/>
          <a:r>
            <a:rPr lang="en-US" sz="1600" dirty="0" smtClean="0"/>
            <a:t>Practice and master documentations in worksheet for auditing.</a:t>
          </a:r>
          <a:endParaRPr lang="en-US" sz="1600" dirty="0"/>
        </a:p>
      </dgm:t>
    </dgm:pt>
    <dgm:pt modelId="{302F0961-E8EB-45F1-B603-FCFD2EB03303}" type="parTrans" cxnId="{EDF1D64E-25AC-486E-855D-5DC0CFE98BD5}">
      <dgm:prSet/>
      <dgm:spPr/>
      <dgm:t>
        <a:bodyPr/>
        <a:lstStyle/>
        <a:p>
          <a:endParaRPr lang="en-US"/>
        </a:p>
      </dgm:t>
    </dgm:pt>
    <dgm:pt modelId="{9CAC24CB-1527-44B8-AABB-C486621DBBE6}" type="sibTrans" cxnId="{EDF1D64E-25AC-486E-855D-5DC0CFE98BD5}">
      <dgm:prSet/>
      <dgm:spPr/>
      <dgm:t>
        <a:bodyPr/>
        <a:lstStyle/>
        <a:p>
          <a:endParaRPr lang="en-US"/>
        </a:p>
      </dgm:t>
    </dgm:pt>
    <dgm:pt modelId="{34864EDF-214D-496B-A6D6-54942F578F0D}">
      <dgm:prSet custT="1"/>
      <dgm:spPr/>
      <dgm:t>
        <a:bodyPr/>
        <a:lstStyle/>
        <a:p>
          <a:pPr algn="ctr"/>
          <a:r>
            <a:rPr lang="en-US" sz="1600" dirty="0" smtClean="0"/>
            <a:t>Start working on real time projects with all the knowledge gained from the courses and training classes.</a:t>
          </a:r>
          <a:endParaRPr lang="en-US" sz="1600" dirty="0"/>
        </a:p>
      </dgm:t>
    </dgm:pt>
    <dgm:pt modelId="{F6F2D183-6753-413E-8F0A-C9BCBAC3FB48}" type="parTrans" cxnId="{A8244087-7F13-4558-94D8-12C5CD79F677}">
      <dgm:prSet/>
      <dgm:spPr/>
      <dgm:t>
        <a:bodyPr/>
        <a:lstStyle/>
        <a:p>
          <a:endParaRPr lang="en-US"/>
        </a:p>
      </dgm:t>
    </dgm:pt>
    <dgm:pt modelId="{64E0F8A1-BA5F-4F1F-9137-E0A3EFAFB1C2}" type="sibTrans" cxnId="{A8244087-7F13-4558-94D8-12C5CD79F677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093C34-8654-43E2-A545-7BEF0DF67574}" type="presOf" srcId="{988D96B0-D16E-4763-B393-84178CF4FF50}" destId="{65257024-FAC0-4522-B139-1CC85B547BE8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192050F7-6DC5-4CCF-839A-A872C23E9381}" type="presOf" srcId="{34864EDF-214D-496B-A6D6-54942F578F0D}" destId="{8CAE5A4D-0C7B-48A6-917B-0B8433D0574B}" srcOrd="0" destOrd="0" presId="urn:microsoft.com/office/officeart/2011/layout/InterconnectedBlockProcess"/>
    <dgm:cxn modelId="{D82359D0-A0FE-4655-A218-0223B69F967C}" type="presOf" srcId="{7B3055AA-BF7C-46D0-9A9E-60087B9F57B4}" destId="{00BB3360-A9BB-4051-A4B1-1216F82F642C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F4CBF88-2896-44E9-8345-3C1617056BD3}" type="presOf" srcId="{752B307F-C8E5-41FD-BB46-B8BF16D28037}" destId="{FC0F1314-3294-4A8C-8DCE-EB53E236164C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123AD69-37E1-4FA4-95F0-34859CC6D639}" type="presOf" srcId="{34864EDF-214D-496B-A6D6-54942F578F0D}" destId="{928B615F-0F8D-4140-A638-0FBB8F5BF1E9}" srcOrd="1" destOrd="0" presId="urn:microsoft.com/office/officeart/2011/layout/InterconnectedBlockProcess"/>
    <dgm:cxn modelId="{E009C9BD-44EB-46F5-9193-D13183841FBC}" type="presOf" srcId="{73DB572E-062D-41AD-8033-D361B8E583DB}" destId="{0D08ED52-6744-4369-B780-916B09984775}" srcOrd="1" destOrd="0" presId="urn:microsoft.com/office/officeart/2011/layout/InterconnectedBlockProcess"/>
    <dgm:cxn modelId="{005EDC17-F65F-4FC2-A25D-5654825AE4EF}" type="presOf" srcId="{73DB572E-062D-41AD-8033-D361B8E583DB}" destId="{2532504F-5FE1-4C97-B485-F05E8885EAC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EDF1D64E-25AC-486E-855D-5DC0CFE98BD5}" srcId="{5E92505A-51E0-4F78-B3C5-704ACF8710DE}" destId="{752B307F-C8E5-41FD-BB46-B8BF16D28037}" srcOrd="0" destOrd="0" parTransId="{302F0961-E8EB-45F1-B603-FCFD2EB03303}" sibTransId="{9CAC24CB-1527-44B8-AABB-C486621DBBE6}"/>
    <dgm:cxn modelId="{3586D0EB-1329-4ADD-8CD9-C568A5DFD7B5}" type="presOf" srcId="{752B307F-C8E5-41FD-BB46-B8BF16D28037}" destId="{98225A61-A0EC-450A-BED8-EF2E47E8FD18}" srcOrd="1" destOrd="0" presId="urn:microsoft.com/office/officeart/2011/layout/InterconnectedBlockProcess"/>
    <dgm:cxn modelId="{DB3A7264-1D55-43AE-898C-D9F6A618B31B}" type="presOf" srcId="{A59EC69B-8F3F-425B-819F-E8C557946AEE}" destId="{4C66D42D-7E6D-4563-AFDC-369C30B73F70}" srcOrd="0" destOrd="0" presId="urn:microsoft.com/office/officeart/2011/layout/InterconnectedBlockProcess"/>
    <dgm:cxn modelId="{0BC56C68-6E29-458F-ADAE-6255F1044304}" type="presOf" srcId="{5E92505A-51E0-4F78-B3C5-704ACF8710DE}" destId="{2AAD338D-3122-4454-9A67-16BE024D44E3}" srcOrd="0" destOrd="0" presId="urn:microsoft.com/office/officeart/2011/layout/InterconnectedBlockProcess"/>
    <dgm:cxn modelId="{4966DBCE-60B2-4B60-AAF8-62F95AF01A9A}" type="presOf" srcId="{9FED87C4-3F3B-4A18-9185-9F80CFEDEA2E}" destId="{06F8D57B-EDF4-4CF4-8700-DC2CA3E3028E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9B9346C9-E725-4B58-87A2-67F975B66472}" type="presOf" srcId="{5751524B-FB67-4894-A0C5-35151E149D68}" destId="{A6BCDA7B-D633-438F-B44D-CB4D60E5C492}" srcOrd="0" destOrd="0" presId="urn:microsoft.com/office/officeart/2011/layout/InterconnectedBlockProcess"/>
    <dgm:cxn modelId="{A8244087-7F13-4558-94D8-12C5CD79F677}" srcId="{65C051F6-A849-4495-A964-CD4C650B9C06}" destId="{34864EDF-214D-496B-A6D6-54942F578F0D}" srcOrd="0" destOrd="0" parTransId="{F6F2D183-6753-413E-8F0A-C9BCBAC3FB48}" sibTransId="{64E0F8A1-BA5F-4F1F-9137-E0A3EFAFB1C2}"/>
    <dgm:cxn modelId="{4F67F133-47F5-4D5D-BD44-763A11D2104F}" type="presOf" srcId="{D471E45F-B026-44AA-9616-57E786AE80AF}" destId="{A134CDD1-D85F-44EF-8BEE-9F99A855C1E6}" srcOrd="0" destOrd="0" presId="urn:microsoft.com/office/officeart/2011/layout/InterconnectedBlockProcess"/>
    <dgm:cxn modelId="{6819D764-5F0E-484D-A60C-F495713E969C}" type="presOf" srcId="{65C051F6-A849-4495-A964-CD4C650B9C06}" destId="{C73DE52A-2F45-45E6-AD0E-D5BEAF609F8E}" srcOrd="0" destOrd="0" presId="urn:microsoft.com/office/officeart/2011/layout/InterconnectedBlockProcess"/>
    <dgm:cxn modelId="{7DD5D979-BD2E-42EA-976D-3C9E6DA3CE29}" type="presOf" srcId="{9FED87C4-3F3B-4A18-9185-9F80CFEDEA2E}" destId="{6BCCFBA6-7A43-4631-AD7F-AFB10E1E6CD7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71C57173-0276-480B-B4BB-5C8AAE7A95F3}" type="presOf" srcId="{D471E45F-B026-44AA-9616-57E786AE80AF}" destId="{1C91D7E3-8940-4A33-9182-677DD5415901}" srcOrd="1" destOrd="0" presId="urn:microsoft.com/office/officeart/2011/layout/InterconnectedBlockProcess"/>
    <dgm:cxn modelId="{90BC3AAE-C1D0-4665-B6F8-9372D324B65F}" type="presParOf" srcId="{A6BCDA7B-D633-438F-B44D-CB4D60E5C492}" destId="{0EA92EC0-9C6F-4663-B822-B1E8E3DCB13B}" srcOrd="0" destOrd="0" presId="urn:microsoft.com/office/officeart/2011/layout/InterconnectedBlockProcess"/>
    <dgm:cxn modelId="{986A0E74-ADDB-4597-A156-8CE6219CC082}" type="presParOf" srcId="{0EA92EC0-9C6F-4663-B822-B1E8E3DCB13B}" destId="{8CAE5A4D-0C7B-48A6-917B-0B8433D0574B}" srcOrd="0" destOrd="0" presId="urn:microsoft.com/office/officeart/2011/layout/InterconnectedBlockProcess"/>
    <dgm:cxn modelId="{403C53A4-C2FC-483E-9E55-D86D27F18173}" type="presParOf" srcId="{A6BCDA7B-D633-438F-B44D-CB4D60E5C492}" destId="{928B615F-0F8D-4140-A638-0FBB8F5BF1E9}" srcOrd="1" destOrd="0" presId="urn:microsoft.com/office/officeart/2011/layout/InterconnectedBlockProcess"/>
    <dgm:cxn modelId="{67E89A1D-EE45-4C4E-AD53-560F6498EF6D}" type="presParOf" srcId="{A6BCDA7B-D633-438F-B44D-CB4D60E5C492}" destId="{C73DE52A-2F45-45E6-AD0E-D5BEAF609F8E}" srcOrd="2" destOrd="0" presId="urn:microsoft.com/office/officeart/2011/layout/InterconnectedBlockProcess"/>
    <dgm:cxn modelId="{5102DF86-18CA-4449-A22A-4CD268255964}" type="presParOf" srcId="{A6BCDA7B-D633-438F-B44D-CB4D60E5C492}" destId="{EA3B7F60-AEEC-41A8-8A2C-D3679EFCD073}" srcOrd="3" destOrd="0" presId="urn:microsoft.com/office/officeart/2011/layout/InterconnectedBlockProcess"/>
    <dgm:cxn modelId="{8CEECD3B-7251-47CB-B61D-73D4767FA5E6}" type="presParOf" srcId="{EA3B7F60-AEEC-41A8-8A2C-D3679EFCD073}" destId="{FC0F1314-3294-4A8C-8DCE-EB53E236164C}" srcOrd="0" destOrd="0" presId="urn:microsoft.com/office/officeart/2011/layout/InterconnectedBlockProcess"/>
    <dgm:cxn modelId="{DE46FCB3-D9FB-440E-AD85-DD270E10ACC9}" type="presParOf" srcId="{A6BCDA7B-D633-438F-B44D-CB4D60E5C492}" destId="{98225A61-A0EC-450A-BED8-EF2E47E8FD18}" srcOrd="4" destOrd="0" presId="urn:microsoft.com/office/officeart/2011/layout/InterconnectedBlockProcess"/>
    <dgm:cxn modelId="{8D317A39-DF86-4E64-AF05-AB56B9A04311}" type="presParOf" srcId="{A6BCDA7B-D633-438F-B44D-CB4D60E5C492}" destId="{2AAD338D-3122-4454-9A67-16BE024D44E3}" srcOrd="5" destOrd="0" presId="urn:microsoft.com/office/officeart/2011/layout/InterconnectedBlockProcess"/>
    <dgm:cxn modelId="{AE35CC61-0D97-453F-A640-64075EFDC2DD}" type="presParOf" srcId="{A6BCDA7B-D633-438F-B44D-CB4D60E5C492}" destId="{96AFCF47-32CA-4C44-9E3C-782007B7112E}" srcOrd="6" destOrd="0" presId="urn:microsoft.com/office/officeart/2011/layout/InterconnectedBlockProcess"/>
    <dgm:cxn modelId="{7CC14CFA-D379-4977-A991-3C61CF558E14}" type="presParOf" srcId="{96AFCF47-32CA-4C44-9E3C-782007B7112E}" destId="{2532504F-5FE1-4C97-B485-F05E8885EACC}" srcOrd="0" destOrd="0" presId="urn:microsoft.com/office/officeart/2011/layout/InterconnectedBlockProcess"/>
    <dgm:cxn modelId="{A5A73CBA-469B-4903-8C31-8974533D3D75}" type="presParOf" srcId="{A6BCDA7B-D633-438F-B44D-CB4D60E5C492}" destId="{0D08ED52-6744-4369-B780-916B09984775}" srcOrd="7" destOrd="0" presId="urn:microsoft.com/office/officeart/2011/layout/InterconnectedBlockProcess"/>
    <dgm:cxn modelId="{C03D4732-D5CA-4C32-B24B-E0BDD24D20CA}" type="presParOf" srcId="{A6BCDA7B-D633-438F-B44D-CB4D60E5C492}" destId="{4C66D42D-7E6D-4563-AFDC-369C30B73F70}" srcOrd="8" destOrd="0" presId="urn:microsoft.com/office/officeart/2011/layout/InterconnectedBlockProcess"/>
    <dgm:cxn modelId="{F131E36B-DACF-43DC-88A2-479BD43E93A6}" type="presParOf" srcId="{A6BCDA7B-D633-438F-B44D-CB4D60E5C492}" destId="{C1269CE6-C767-48CC-AAFD-A238D1FFDABA}" srcOrd="9" destOrd="0" presId="urn:microsoft.com/office/officeart/2011/layout/InterconnectedBlockProcess"/>
    <dgm:cxn modelId="{69645AEF-147C-44F0-B058-4717B072B05E}" type="presParOf" srcId="{C1269CE6-C767-48CC-AAFD-A238D1FFDABA}" destId="{06F8D57B-EDF4-4CF4-8700-DC2CA3E3028E}" srcOrd="0" destOrd="0" presId="urn:microsoft.com/office/officeart/2011/layout/InterconnectedBlockProcess"/>
    <dgm:cxn modelId="{BE7B3DC7-A930-4379-B26C-F1F5D95050B5}" type="presParOf" srcId="{A6BCDA7B-D633-438F-B44D-CB4D60E5C492}" destId="{6BCCFBA6-7A43-4631-AD7F-AFB10E1E6CD7}" srcOrd="10" destOrd="0" presId="urn:microsoft.com/office/officeart/2011/layout/InterconnectedBlockProcess"/>
    <dgm:cxn modelId="{4C73AFF3-9520-4A30-AFD4-0BC87BDBAD19}" type="presParOf" srcId="{A6BCDA7B-D633-438F-B44D-CB4D60E5C492}" destId="{00BB3360-A9BB-4051-A4B1-1216F82F642C}" srcOrd="11" destOrd="0" presId="urn:microsoft.com/office/officeart/2011/layout/InterconnectedBlockProcess"/>
    <dgm:cxn modelId="{4461823B-200B-48E3-9D33-EA41B219B07E}" type="presParOf" srcId="{A6BCDA7B-D633-438F-B44D-CB4D60E5C492}" destId="{7305DF14-0FF5-45E4-8B19-015814092DBD}" srcOrd="12" destOrd="0" presId="urn:microsoft.com/office/officeart/2011/layout/InterconnectedBlockProcess"/>
    <dgm:cxn modelId="{0BA6595F-3977-4C1B-BBBF-0F2B76A06B0C}" type="presParOf" srcId="{7305DF14-0FF5-45E4-8B19-015814092DBD}" destId="{A134CDD1-D85F-44EF-8BEE-9F99A855C1E6}" srcOrd="0" destOrd="0" presId="urn:microsoft.com/office/officeart/2011/layout/InterconnectedBlockProcess"/>
    <dgm:cxn modelId="{9220BBDD-6987-46C0-8166-71A6057FCF82}" type="presParOf" srcId="{A6BCDA7B-D633-438F-B44D-CB4D60E5C492}" destId="{1C91D7E3-8940-4A33-9182-677DD5415901}" srcOrd="13" destOrd="0" presId="urn:microsoft.com/office/officeart/2011/layout/InterconnectedBlockProcess"/>
    <dgm:cxn modelId="{E96E54F4-B036-48EE-9DAE-91A26A83E0EC}" type="presParOf" srcId="{A6BCDA7B-D633-438F-B44D-CB4D60E5C492}" destId="{65257024-FAC0-4522-B139-1CC85B547BE8}" srcOrd="14" destOrd="0" presId="urn:microsoft.com/office/officeart/2011/layout/InterconnectedBlockProcess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ushreer-7/8-sem-internshi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Ms. Sandhya L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Assistant Professor - PSCS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Presidency School of CSE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Presidency University</a:t>
            </a:r>
            <a:endParaRPr lang="en-US" dirty="0" smtClean="0">
              <a:latin typeface="Cambria"/>
              <a:ea typeface="Cambria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ITDA Audit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=""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=""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TANUSHREE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20221CBD0029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8CBD01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8268189"/>
                  </a:ext>
                </a:extLst>
              </a:tr>
            </a:tbl>
          </a:graphicData>
        </a:graphic>
      </p:graphicFrame>
      <p:sp>
        <p:nvSpPr>
          <p:cNvPr id="7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Dr. S.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Pravinthraja</a:t>
            </a:r>
            <a:endParaRPr lang="en-US" sz="2000" b="1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Mrs. Nisha Robin Rohit 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Dr. Geetha A </a:t>
            </a:r>
            <a:endParaRPr lang="en-US" sz="2000" b="1" dirty="0" smtClean="0"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4" y="1188723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Deloitte India is a massive professional services network offering audit, consulting, financial, risk advisory, and tax services.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Formed from legacy Indian firms established in the late 19th/early 20th centuries, it has grown to serve both India's burgeoning economy and the U.S., with a massive presence across the country. 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Services Offered: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 Core services include Audit &amp; Assurance, Consulting, Financial Advisory, Risk Advisory, and Tax.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It's part of the global Deloitte network (Deloitte Touche Tohmatsu Limited), a collection of independent member firms providing services worldwide.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Assigned Domain: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Capability Enhancement Center (CEC) within the IT, Data &amp; Analytics (ITDA). The ITDA CEC team specializes in technology risk audits, focusing on processes and controls to evaluate and provide assurance on a client’s IT environment and internal control systems.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an intern in Audit &amp; Assurance - ITDA CEC team, I’ll: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Client &amp; Project Understanding, Audit Execution, Documentation, Team collaboration and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Work: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DQA Review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Assigning Manager: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Priyalata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 and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Priyanka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work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Preparing Memo and Power Bi o/p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Soundaryasri K S 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Manager is different for different engagements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paced work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Meeting Deadlines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is: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 to the internship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 was assigned to complete a set of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elearnings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Deloitte and the job role.)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DQA Roadmap: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access to engagement and unlock the file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 memo and power bi o/p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send them to ET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work and update the memo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Resolve the alerts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Lock the file for second power bi run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both the o/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 if no changes proceed with archival else one more round of power 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all the audit files have been documented properly and are available in the portal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(Had to complete courses related to my job role to understand and complete my work more efficiently)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OE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Quality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Errors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hlinkClick r:id="rId2"/>
              </a:rPr>
              <a:t>https://github.com/tanushreer-7/8-sem-internship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7047</TotalTime>
  <Words>520</Words>
  <Application>Microsoft Office PowerPoint</Application>
  <PresentationFormat>Custom</PresentationFormat>
  <Paragraphs>113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742</cp:revision>
  <dcterms:created xsi:type="dcterms:W3CDTF">2022-10-14T07:18:17Z</dcterms:created>
  <dcterms:modified xsi:type="dcterms:W3CDTF">2026-04-22T18:05:26Z</dcterms:modified>
</cp:coreProperties>
</file>